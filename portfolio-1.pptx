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사용자 경험과 구조를 고민하는</a:t>
            </a:r>
          </a:p>
          <a:p>
            <a:r>
              <a:t>프론트엔드 개발자, 임보경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Developer | qhrudlim@gmail.com</a:t>
            </a:r>
          </a:p>
          <a:p>
            <a:br/>
            <a:pPr>
              <a:defRPr b="1"/>
            </a:pPr>
            <a:r>
              <a:t>[Tech Stack]</a:t>
            </a:r>
          </a:p>
          <a:p>
            <a:r>
              <a:t>• JavaScript, TypeScript, Vue, React, CSS, Git</a:t>
            </a:r>
          </a:p>
          <a:p>
            <a:br/>
            <a:pPr>
              <a:defRPr b="1"/>
            </a:pPr>
            <a:r>
              <a:t>[Philosophy &amp; Strengths]</a:t>
            </a:r>
          </a:p>
          <a:p>
            <a:r>
              <a:t>• 단순한 구현보다 명확한 상태 관리와 유지보수 가능한 코드 지향</a:t>
            </a:r>
          </a:p>
          <a:p>
            <a:r>
              <a:t>• 사용자 경험(UX) 흐름 설계 및 정돈된 구조를 통한 기술적 깊이 추구</a:t>
            </a:r>
          </a:p>
          <a:p>
            <a:r>
              <a:t>• 문제 해결을 위한 논리적 구조화와 꾸준한 리팩토링 습관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DocQ - PDF 기반 멀티플레이 3D 퀴즈 게임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2026.01 ~ 2026.02 (6주) | 역할: 프론트엔드 (3D 설계 &amp; 상태 제어)</a:t>
            </a:r>
          </a:p>
          <a:p>
            <a:br/>
            <a:pPr>
              <a:defRPr b="1"/>
            </a:pPr>
            <a:r>
              <a:t>[Overview &amp; Tech]</a:t>
            </a:r>
          </a:p>
          <a:p>
            <a:r>
              <a:t>• PDF 기반 퀴즈 생성 및 보드게임 형태의 멀티플레이 서비스</a:t>
            </a:r>
          </a:p>
          <a:p>
            <a:r>
              <a:t>• TresJS, Vue, Mixamo, Blender, GLTF</a:t>
            </a:r>
          </a:p>
          <a:p>
            <a:br/>
            <a:pPr>
              <a:defRPr b="1"/>
            </a:pPr>
            <a:r>
              <a:t>[Key Challenges &amp; Solutions]</a:t>
            </a:r>
          </a:p>
          <a:p>
            <a:r>
              <a:t>• 2.5D 렌더링 한계 극복: 3D 통합 구조로 전환 및 MVP 개발을 통한 렌더링 오류 해결</a:t>
            </a:r>
          </a:p>
          <a:p>
            <a:r>
              <a:t>• 에셋 파이프라인 최적화: FBX 로딩 문제를 GLTF 변환 및 애니메이션 재구성으로 해결</a:t>
            </a:r>
          </a:p>
          <a:p>
            <a:r>
              <a:t>• 상태 중심 설계: 복잡한 게임 흐름을 상태 전이 기반으로 설계하여 동기화 및 유지보수성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