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A252F"/>
                </a:solidFill>
              </a:defRPr>
            </a:pPr>
            <a:r>
              <a:t>BoGyeong Lim</a:t>
            </a:r>
          </a:p>
          <a:p>
            <a:pPr>
              <a:spcBef>
                <a:spcPts val="1000"/>
              </a:spcBef>
              <a:defRPr sz="2800">
                <a:solidFill>
                  <a:srgbClr val="3498DB"/>
                </a:solidFill>
              </a:defRPr>
            </a:pPr>
            <a:r>
              <a:t>PORTFOLIO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2743200" cy="9144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01. ABOUT 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6858000" cy="20116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3498DB"/>
                </a:solidFill>
              </a:defRPr>
            </a:pPr>
            <a:r>
              <a:t>Focus: UX Flow &amp; Maintainable Architecture</a:t>
            </a:r>
          </a:p>
          <a:p>
            <a:pPr>
              <a:spcBef>
                <a:spcPts val="1000"/>
              </a:spcBef>
              <a:defRPr sz="1600">
                <a:solidFill>
                  <a:srgbClr val="1A252F"/>
                </a:solidFill>
              </a:defRPr>
            </a:pPr>
            <a:r>
              <a:t>단순 기능 구현을 넘어 상태 흐름의 명확성과 유지보수성을 최우선으로 생각합니다. 최근에는 오픈소스 생태계와 브라우저 엔진 기여에 깊은 관심을 가지고 연구 중입니다.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Phone</a:t>
            </a:r>
          </a:p>
          <a:p>
            <a:pPr algn="ctr">
              <a:defRPr sz="1200"/>
            </a:pPr>
            <a:r>
              <a:t>010-3396-6856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Email</a:t>
            </a:r>
          </a:p>
          <a:p>
            <a:pPr algn="ctr">
              <a:defRPr sz="1200"/>
            </a:pPr>
            <a:r>
              <a:t>qhrudlim@gmail.com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114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4297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GitHub</a:t>
            </a:r>
          </a:p>
          <a:p>
            <a:pPr algn="ctr">
              <a:defRPr sz="1200"/>
            </a:pPr>
            <a:r>
              <a:t>qhrudlim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02.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FRONTEND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React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Vue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HTML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411480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560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LANGUAGES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JS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TS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Python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560320" cy="41148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2560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BACKEND / DB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Django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645920"/>
            <a:ext cx="2560320" cy="4114800"/>
          </a:xfrm>
          <a:prstGeom prst="round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103120"/>
            <a:ext cx="2560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TOOLS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Git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Jira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Figma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Postman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03.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45720" cy="50292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164592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2026.06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6459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SSAFY 14기 수료</a:t>
            </a:r>
          </a:p>
          <a:p>
            <a:pPr>
              <a:defRPr sz="1400">
                <a:solidFill>
                  <a:srgbClr val="787878"/>
                </a:solidFill>
              </a:defRPr>
            </a:pPr>
            <a:r>
              <a:t>구미캠퍼스 | 공통 프로젝트 반 우승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65176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032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517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충남대 석사 졸업</a:t>
            </a:r>
          </a:p>
          <a:p>
            <a:pPr>
              <a:defRPr sz="1400">
                <a:solidFill>
                  <a:srgbClr val="787878"/>
                </a:solidFill>
              </a:defRPr>
            </a:pPr>
            <a:r>
              <a:t>과학수사학 전공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365760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2025.06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56616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6576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웹디자인 교육 수료</a:t>
            </a:r>
          </a:p>
          <a:p>
            <a:pPr>
              <a:defRPr sz="1400">
                <a:solidFill>
                  <a:srgbClr val="787878"/>
                </a:solidFill>
              </a:defRPr>
            </a:pPr>
            <a:r>
              <a:t>SBS 아카데미 컴퓨터아트학원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466344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2022.02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57200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4663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계명대 학사 졸업</a:t>
            </a:r>
          </a:p>
          <a:p>
            <a:pPr>
              <a:defRPr sz="1400">
                <a:solidFill>
                  <a:srgbClr val="787878"/>
                </a:solidFill>
              </a:defRPr>
            </a:pPr>
            <a:r>
              <a:t>화학 전공</a:t>
            </a:r>
          </a:p>
        </p:txBody>
      </p:sp>
      <p:sp>
        <p:nvSpPr>
          <p:cNvPr id="22" name="Oval 21"/>
          <p:cNvSpPr/>
          <p:nvPr/>
        </p:nvSpPr>
        <p:spPr>
          <a:xfrm>
            <a:off x="1691640" y="566928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3498DB"/>
                </a:solidFill>
              </a:defRPr>
            </a:pPr>
            <a:r>
              <a:t>2016.02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77840"/>
            <a:ext cx="914400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6692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A252F"/>
                </a:solidFill>
              </a:defRPr>
            </a:pPr>
            <a:r>
              <a:t>한국사 2급 취득</a:t>
            </a:r>
          </a:p>
          <a:p>
            <a:pPr>
              <a:defRPr sz="1400">
                <a:solidFill>
                  <a:srgbClr val="787878"/>
                </a:solidFill>
              </a:defRPr>
            </a:pPr>
            <a:r>
              <a:t>국사편찬위원회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04. FEATURED PROJECT: DocQ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DocQ: PDF-based Multiplayer 3D Quiz Game</a:t>
            </a:r>
          </a:p>
          <a:p>
            <a:pPr>
              <a:defRPr b="1">
                <a:solidFill>
                  <a:srgbClr val="F1C40F"/>
                </a:solidFill>
              </a:defRPr>
            </a:pPr>
            <a:r>
              <a:t>🏆 SSAFY 공통 프로젝트 반 우승 수상 | 2026.01.06 ~ 2026.02.13 (6주)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Technical Challenges</a:t>
            </a:r>
          </a:p>
          <a:p>
            <a:pPr>
              <a:spcBef>
                <a:spcPts val="1000"/>
              </a:spcBef>
              <a:defRPr sz="1400"/>
            </a:pPr>
            <a:r>
              <a:t>• 2.5D 렌더링 한계 -&gt; 3D 통합 구조 전환</a:t>
            </a:r>
          </a:p>
          <a:p>
            <a:pPr>
              <a:spcBef>
                <a:spcPts val="1000"/>
              </a:spcBef>
              <a:defRPr sz="1400"/>
            </a:pPr>
            <a:r>
              <a:t>• FBX 에셋 로딩 문제 -&gt; GLTF 최적화</a:t>
            </a:r>
          </a:p>
          <a:p>
            <a:pPr>
              <a:spcBef>
                <a:spcPts val="1000"/>
              </a:spcBef>
              <a:defRPr sz="1400"/>
            </a:pPr>
            <a:r>
              <a:t>• 상태 기반 게임 흐름 자동화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t>Project Screenshot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05. ADDITIONAL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BioTwin (특화)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생체 데이터 시각화 플랫폼</a:t>
            </a:r>
          </a:p>
          <a:p>
            <a:pPr>
              <a:spcBef>
                <a:spcPts val="1500"/>
              </a:spcBef>
              <a:defRPr b="1" sz="1400"/>
            </a:pPr>
            <a:r>
              <a:t>Stack: Vue.js / TypeScript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실시간 모니터링 대시보드 및 차트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A252F"/>
                </a:solidFill>
              </a:defRPr>
            </a:pPr>
            <a:r>
              <a:t>JIPCHAK (자율)</a:t>
            </a:r>
          </a:p>
          <a:p>
            <a:pPr>
              <a:defRPr sz="1600">
                <a:solidFill>
                  <a:srgbClr val="3498DB"/>
                </a:solidFill>
              </a:defRPr>
            </a:pPr>
            <a:r>
              <a:t>IoT 스마트 솔루션</a:t>
            </a:r>
          </a:p>
          <a:p>
            <a:pPr>
              <a:spcBef>
                <a:spcPts val="1500"/>
              </a:spcBef>
              <a:defRPr b="1" sz="1400"/>
            </a:pPr>
            <a:r>
              <a:t>Stack: React / Tailwind / IoT</a:t>
            </a:r>
          </a:p>
          <a:p>
            <a:pPr>
              <a:spcBef>
                <a:spcPts val="1000"/>
              </a:spcBef>
              <a:defRPr sz="1400">
                <a:solidFill>
                  <a:srgbClr val="505050"/>
                </a:solidFill>
              </a:defRPr>
            </a:pPr>
            <a:r>
              <a:t>메인 페이지 UI/UX 및 하드웨어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