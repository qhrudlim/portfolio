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1A252F"/>
                </a:solidFill>
              </a:defRPr>
            </a:pPr>
            <a:r>
              <a:t>BoGyeong Lim</a:t>
            </a:r>
          </a:p>
          <a:p>
            <a:pPr>
              <a:defRPr sz="3200">
                <a:solidFill>
                  <a:srgbClr val="3498DB"/>
                </a:solidFill>
              </a:defRPr>
            </a:pPr>
            <a:r>
              <a:t>PORTFOLIO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01. ABOUT ME</a:t>
            </a:r>
          </a:p>
        </p:txBody>
      </p:sp>
      <p:pic>
        <p:nvPicPr>
          <p:cNvPr id="4" name="Picture 3" descr="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474720" cy="46634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280160"/>
            <a:ext cx="3657600" cy="4846320"/>
          </a:xfrm>
          <a:prstGeom prst="rect">
            <a:avLst/>
          </a:prstGeom>
          <a:noFill/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6400800" cy="466344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64592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3498DB"/>
                </a:solidFill>
              </a:defRPr>
            </a:pPr>
            <a:r>
              <a:t>Focus: UX Flow &amp; Maintainable Architecture</a:t>
            </a:r>
          </a:p>
          <a:p>
            <a:pPr>
              <a:spcBef>
                <a:spcPts val="2000"/>
              </a:spcBef>
              <a:defRPr sz="1600">
                <a:solidFill>
                  <a:srgbClr val="505050"/>
                </a:solidFill>
              </a:defRPr>
            </a:pPr>
            <a:r>
              <a:t>단순 기능 구현을 넘어 상태 흐름의 명확성과 유지보수성을 최우선으로 생각합니다. 최근에는 오픈소스 생태계와 브라우저 엔진 기여에 깊은 관심을 가지고 연구 중입니다.</a:t>
            </a:r>
          </a:p>
          <a:p>
            <a:pPr>
              <a:spcBef>
                <a:spcPts val="1500"/>
              </a:spcBef>
              <a:defRPr sz="1400" b="1">
                <a:solidFill>
                  <a:srgbClr val="1A252F"/>
                </a:solidFill>
              </a:defRPr>
            </a:pPr>
            <a:r>
              <a:t>Phone: 010-3396-6856</a:t>
            </a:r>
          </a:p>
          <a:p>
            <a:pPr>
              <a:spcBef>
                <a:spcPts val="1500"/>
              </a:spcBef>
              <a:defRPr sz="1400" b="1">
                <a:solidFill>
                  <a:srgbClr val="1A252F"/>
                </a:solidFill>
              </a:defRPr>
            </a:pPr>
            <a:r>
              <a:t>Email: qhrudlim@gmail.com</a:t>
            </a:r>
          </a:p>
          <a:p>
            <a:pPr>
              <a:spcBef>
                <a:spcPts val="1500"/>
              </a:spcBef>
              <a:defRPr sz="1400" b="1">
                <a:solidFill>
                  <a:srgbClr val="1A252F"/>
                </a:solidFill>
              </a:defRPr>
            </a:pPr>
            <a:r>
              <a:t>GitHub: qhrudlim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02.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743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B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A252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React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028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59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Vue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8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59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063240"/>
            <a:ext cx="274320" cy="18288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49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HTML/CSS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40280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0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0359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0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83280" y="1371600"/>
            <a:ext cx="2743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B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A252F"/>
                </a:solidFill>
              </a:defRPr>
            </a:pPr>
            <a:r>
              <a:t>LANGUAGES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286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JS/TS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636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06439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Python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6636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06439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063240"/>
            <a:ext cx="274320" cy="18288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3749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Java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66360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0" y="3794760"/>
            <a:ext cx="274320" cy="18288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06439" y="3794760"/>
            <a:ext cx="274320" cy="18288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3794760"/>
            <a:ext cx="274320" cy="18288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309360" y="1371600"/>
            <a:ext cx="2743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B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A252F"/>
                </a:solidFill>
              </a:defRPr>
            </a:pPr>
            <a:r>
              <a:t>BACKEND / 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286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Django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9244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41248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32519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52560" y="2331720"/>
            <a:ext cx="274320" cy="18288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MySQL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9244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41248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32519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52560" y="3063240"/>
            <a:ext cx="274320" cy="18288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235440" y="1371600"/>
            <a:ext cx="2743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B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35440" y="15544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1A252F"/>
                </a:solidFill>
              </a:defRPr>
            </a:pPr>
            <a:r>
              <a:t>TOOLS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2286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Git/GitHub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9848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01852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3856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658599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978640" y="233172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0" y="30175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Figma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69848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01852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338560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658599" y="306324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978640" y="3063240"/>
            <a:ext cx="274320" cy="18288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326880" y="3749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Jira/Postman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698480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018520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338560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658599" y="3794760"/>
            <a:ext cx="274320" cy="18288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978640" y="3794760"/>
            <a:ext cx="274320" cy="182880"/>
          </a:xfrm>
          <a:prstGeom prst="rect">
            <a:avLst/>
          </a:prstGeom>
          <a:solidFill>
            <a:srgbClr val="DCDC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03.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371600"/>
            <a:ext cx="45720" cy="502920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71700" y="164592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/>
            </a:pPr>
            <a:r>
              <a:t>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55448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252F"/>
                </a:solidFill>
              </a:defRPr>
            </a:pPr>
            <a:r>
              <a:t>SSAFY 14기 수료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구미캠퍼스 | 공통 프로젝트 반 우승 수상</a:t>
            </a:r>
          </a:p>
        </p:txBody>
      </p:sp>
      <p:sp>
        <p:nvSpPr>
          <p:cNvPr id="8" name="Oval 7"/>
          <p:cNvSpPr/>
          <p:nvPr/>
        </p:nvSpPr>
        <p:spPr>
          <a:xfrm>
            <a:off x="2171700" y="265176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/>
            </a:pPr>
            <a:r>
              <a:t>2025.08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6032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252F"/>
                </a:solidFill>
              </a:defRPr>
            </a:pPr>
            <a:r>
              <a:t>충남대 석사 졸업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과학수사학 전공</a:t>
            </a:r>
          </a:p>
        </p:txBody>
      </p:sp>
      <p:sp>
        <p:nvSpPr>
          <p:cNvPr id="11" name="Oval 10"/>
          <p:cNvSpPr/>
          <p:nvPr/>
        </p:nvSpPr>
        <p:spPr>
          <a:xfrm>
            <a:off x="2171700" y="365760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/>
            </a:pPr>
            <a:r>
              <a:t>2025.06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6616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252F"/>
                </a:solidFill>
              </a:defRPr>
            </a:pPr>
            <a:r>
              <a:t>웹디자인 교육 수료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SBS 아카데미 컴퓨터아트학원</a:t>
            </a:r>
          </a:p>
        </p:txBody>
      </p:sp>
      <p:sp>
        <p:nvSpPr>
          <p:cNvPr id="14" name="Oval 13"/>
          <p:cNvSpPr/>
          <p:nvPr/>
        </p:nvSpPr>
        <p:spPr>
          <a:xfrm>
            <a:off x="2171700" y="466344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/>
            </a:pPr>
            <a:r>
              <a:t>2022.02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57200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252F"/>
                </a:solidFill>
              </a:defRPr>
            </a:pPr>
            <a:r>
              <a:t>계명대 학사 졸업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화학 전공</a:t>
            </a:r>
          </a:p>
        </p:txBody>
      </p:sp>
      <p:sp>
        <p:nvSpPr>
          <p:cNvPr id="17" name="Oval 16"/>
          <p:cNvSpPr/>
          <p:nvPr/>
        </p:nvSpPr>
        <p:spPr>
          <a:xfrm>
            <a:off x="2171700" y="5669280"/>
            <a:ext cx="274320" cy="274320"/>
          </a:xfrm>
          <a:prstGeom prst="ellipse">
            <a:avLst/>
          </a:prstGeom>
          <a:solidFill>
            <a:srgbClr val="3498D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/>
            </a:pPr>
            <a:r>
              <a:t>2016.02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5778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252F"/>
                </a:solidFill>
              </a:defRPr>
            </a:pPr>
            <a:r>
              <a:t>한국사 2급 취득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국사편찬위원회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5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04. FEATURED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498DB"/>
                </a:solidFill>
              </a:defRPr>
            </a:pPr>
            <a:r>
              <a:t>DocQ: PDF-based Multiplayer 3D Quiz Game</a:t>
            </a:r>
          </a:p>
          <a:p>
            <a:pPr>
              <a:defRPr sz="1800" b="1">
                <a:solidFill>
                  <a:srgbClr val="F1C40F"/>
                </a:solidFill>
              </a:defRPr>
            </a:pPr>
            <a:r>
              <a:t>🏆 SSAFY 공통 프로젝트 반 우승 수상 | Frontend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1A252F"/>
                </a:solidFill>
              </a:defRPr>
            </a:pPr>
            <a:r>
              <a:t>Challenges &amp; Solutions</a:t>
            </a:r>
          </a:p>
          <a:p>
            <a:pPr>
              <a:spcBef>
                <a:spcPts val="1200"/>
              </a:spcBef>
              <a:defRPr sz="1600"/>
            </a:pPr>
            <a:r>
              <a:t>• 2.5D 한계 극복 -&gt; 3D 통합 구조 전환 주도</a:t>
            </a:r>
          </a:p>
          <a:p>
            <a:pPr>
              <a:spcBef>
                <a:spcPts val="1200"/>
              </a:spcBef>
              <a:defRPr sz="1600"/>
            </a:pPr>
            <a:r>
              <a:t>• GLTF 최적화를 통한 FBX 에셋 로딩 시간 단축</a:t>
            </a:r>
          </a:p>
          <a:p>
            <a:pPr>
              <a:spcBef>
                <a:spcPts val="1200"/>
              </a:spcBef>
              <a:defRPr sz="1600"/>
            </a:pPr>
            <a:r>
              <a:t>• 상태 전이 기반 자동 진행 게임 로직 설계</a:t>
            </a:r>
          </a:p>
          <a:p>
            <a:pPr>
              <a:spcBef>
                <a:spcPts val="1200"/>
              </a:spcBef>
              <a:defRPr sz="1600"/>
            </a:pPr>
            <a:r>
              <a:t>• 멀티플레이 환경 단계 동기화 구조 정립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30352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C8C8C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[ Project Screenshot Area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