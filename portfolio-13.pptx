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19695" y="0"/>
            <a:ext cx="4572000" cy="6858000"/>
          </a:xfrm>
          <a:prstGeom prst="rect">
            <a:avLst/>
          </a:prstGeom>
          <a:solidFill>
            <a:srgbClr val="1A25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A252F"/>
                </a:solidFill>
              </a:defRPr>
            </a:pPr>
            <a:r>
              <a:t>BoGyeong Lim</a:t>
            </a:r>
          </a:p>
          <a:p>
            <a:pPr>
              <a:defRPr sz="2800">
                <a:solidFill>
                  <a:srgbClr val="3498DB"/>
                </a:solidFill>
              </a:defRPr>
            </a:pPr>
            <a:r>
              <a:t>PORTFOLIO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5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01. ABOUT &amp; SKILLS</a:t>
            </a:r>
          </a:p>
        </p:txBody>
      </p:sp>
      <p:pic>
        <p:nvPicPr>
          <p:cNvPr id="5" name="Picture 4" descr="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2011680" cy="26791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51760" y="1371600"/>
            <a:ext cx="2194560" cy="2679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1A252F"/>
                </a:solidFill>
              </a:defRPr>
            </a:pPr>
            <a:r>
              <a:t>BoGyeong Lim</a:t>
            </a:r>
          </a:p>
          <a:p>
            <a:pPr>
              <a:spcBef>
                <a:spcPts val="500"/>
              </a:spcBef>
              <a:defRPr sz="1200">
                <a:solidFill>
                  <a:srgbClr val="505050"/>
                </a:solidFill>
              </a:defRPr>
            </a:pPr>
            <a:r>
              <a:t>단순 기능 구현을 넘어 상태 흐름의 명확성과 유지보수성을 최우선으로 생각하는 프론트엔드 개발자입니다.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43891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40233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3498DB"/>
                </a:solidFill>
              </a:defRPr>
            </a:pPr>
            <a:r>
              <a:t>CONTACT</a:t>
            </a:r>
          </a:p>
          <a:p>
            <a:pPr>
              <a:spcBef>
                <a:spcPts val="500"/>
              </a:spcBef>
              <a:defRPr sz="1200">
                <a:solidFill>
                  <a:srgbClr val="1A252F"/>
                </a:solidFill>
              </a:defRPr>
            </a:pPr>
            <a:r>
              <a:t>• Phone: 010-3396-6856</a:t>
            </a:r>
          </a:p>
          <a:p>
            <a:pPr>
              <a:spcBef>
                <a:spcPts val="500"/>
              </a:spcBef>
              <a:defRPr sz="1200">
                <a:solidFill>
                  <a:srgbClr val="1A252F"/>
                </a:solidFill>
              </a:defRPr>
            </a:pPr>
            <a:r>
              <a:t>• Email: qhrudlim@gmail.com</a:t>
            </a:r>
          </a:p>
          <a:p>
            <a:pPr>
              <a:spcBef>
                <a:spcPts val="500"/>
              </a:spcBef>
              <a:defRPr sz="1200">
                <a:solidFill>
                  <a:srgbClr val="1A252F"/>
                </a:solidFill>
              </a:defRPr>
            </a:pPr>
            <a:r>
              <a:t>• GitHub: qhrudlim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371600"/>
            <a:ext cx="3200400" cy="237744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14630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20116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React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206654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96912" y="206654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206654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26096" y="206654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90688" y="206654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25146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Vue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256946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96912" y="256946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61504" y="256946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26096" y="256946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90688" y="2569464"/>
            <a:ext cx="128016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3017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HTML/CSS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0" y="307238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6912" y="307238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61504" y="307238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26096" y="307238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90688" y="307238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503920" y="1371600"/>
            <a:ext cx="3200400" cy="2377440"/>
          </a:xfrm>
          <a:prstGeom prst="roundRect">
            <a:avLst/>
          </a:prstGeom>
          <a:solidFill>
            <a:srgbClr val="1A25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14630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LANGUAGES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20116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JS/TS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515600" y="206654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680192" y="206654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844784" y="206654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009376" y="206654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173968" y="206654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41080" y="25146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Python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515600" y="256946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680192" y="256946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844784" y="256946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009376" y="256946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173968" y="2569464"/>
            <a:ext cx="128016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41080" y="3017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Java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515600" y="307238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680192" y="307238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844784" y="3072384"/>
            <a:ext cx="128016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009376" y="3072384"/>
            <a:ext cx="128016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173968" y="3072384"/>
            <a:ext cx="128016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120640" y="3931920"/>
            <a:ext cx="3200400" cy="237744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20640" y="40233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BACKEND / DB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57800" y="45720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Django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32320" y="462686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296912" y="462686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461504" y="462686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26096" y="462686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90688" y="4626864"/>
            <a:ext cx="128016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57800" y="5074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MySQL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32320" y="512978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296912" y="512978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461504" y="512978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626096" y="512978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790688" y="5129784"/>
            <a:ext cx="128016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503920" y="3931920"/>
            <a:ext cx="3200400" cy="2377440"/>
          </a:xfrm>
          <a:prstGeom prst="roundRect">
            <a:avLst/>
          </a:prstGeom>
          <a:solidFill>
            <a:srgbClr val="1A25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03920" y="40233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TOOLS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41080" y="45720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Git/GitHub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515600" y="462686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680192" y="462686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844784" y="462686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009376" y="462686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173968" y="462686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41080" y="5074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Figma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515600" y="512978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680192" y="512978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844784" y="512978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009376" y="512978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1173968" y="5129784"/>
            <a:ext cx="128016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641080" y="55778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Jira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515600" y="563270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680192" y="563270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844784" y="563270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1009376" y="5632704"/>
            <a:ext cx="128016" cy="1280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1173968" y="5632704"/>
            <a:ext cx="128016" cy="128016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5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02. MILESTONES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371600"/>
            <a:ext cx="45720" cy="502920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91640" y="1645920"/>
            <a:ext cx="274320" cy="274320"/>
          </a:xfrm>
          <a:prstGeom prst="ellipse">
            <a:avLst/>
          </a:prstGeom>
          <a:solidFill>
            <a:srgbClr val="3498D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3498DB"/>
                </a:solidFill>
              </a:defRPr>
            </a:pPr>
            <a:r>
              <a:t>2026.06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554480"/>
            <a:ext cx="9144000" cy="7315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64592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A252F"/>
                </a:solidFill>
              </a:defRPr>
            </a:pPr>
            <a:r>
              <a:t>SSAFY 14기 수료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구미캠퍼스 | 공통 프로젝트 반 우승</a:t>
            </a:r>
          </a:p>
        </p:txBody>
      </p:sp>
      <p:sp>
        <p:nvSpPr>
          <p:cNvPr id="10" name="Oval 9"/>
          <p:cNvSpPr/>
          <p:nvPr/>
        </p:nvSpPr>
        <p:spPr>
          <a:xfrm>
            <a:off x="1691640" y="2651760"/>
            <a:ext cx="274320" cy="274320"/>
          </a:xfrm>
          <a:prstGeom prst="ellipse">
            <a:avLst/>
          </a:prstGeom>
          <a:solidFill>
            <a:srgbClr val="3498D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3498DB"/>
                </a:solidFill>
              </a:defRPr>
            </a:pPr>
            <a:r>
              <a:t>2025.08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2560320"/>
            <a:ext cx="9144000" cy="7315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265176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A252F"/>
                </a:solidFill>
              </a:defRPr>
            </a:pPr>
            <a:r>
              <a:t>충남대 석사 졸업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과학수사학 전공</a:t>
            </a:r>
          </a:p>
        </p:txBody>
      </p:sp>
      <p:sp>
        <p:nvSpPr>
          <p:cNvPr id="14" name="Oval 13"/>
          <p:cNvSpPr/>
          <p:nvPr/>
        </p:nvSpPr>
        <p:spPr>
          <a:xfrm>
            <a:off x="1691640" y="3657600"/>
            <a:ext cx="274320" cy="274320"/>
          </a:xfrm>
          <a:prstGeom prst="ellipse">
            <a:avLst/>
          </a:prstGeom>
          <a:solidFill>
            <a:srgbClr val="3498D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3498DB"/>
                </a:solidFill>
              </a:defRPr>
            </a:pPr>
            <a:r>
              <a:t>2025.06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3566160"/>
            <a:ext cx="9144000" cy="7315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365760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A252F"/>
                </a:solidFill>
              </a:defRPr>
            </a:pPr>
            <a:r>
              <a:t>웹디자인 교육 수료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SBS 아카데미 컴퓨터아트학원</a:t>
            </a:r>
          </a:p>
        </p:txBody>
      </p:sp>
      <p:sp>
        <p:nvSpPr>
          <p:cNvPr id="18" name="Oval 17"/>
          <p:cNvSpPr/>
          <p:nvPr/>
        </p:nvSpPr>
        <p:spPr>
          <a:xfrm>
            <a:off x="1691640" y="4663440"/>
            <a:ext cx="274320" cy="274320"/>
          </a:xfrm>
          <a:prstGeom prst="ellipse">
            <a:avLst/>
          </a:prstGeom>
          <a:solidFill>
            <a:srgbClr val="3498D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6634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3498DB"/>
                </a:solidFill>
              </a:defRPr>
            </a:pPr>
            <a:r>
              <a:t>2022.02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4572000"/>
            <a:ext cx="9144000" cy="7315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0" y="466344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A252F"/>
                </a:solidFill>
              </a:defRPr>
            </a:pPr>
            <a:r>
              <a:t>계명대 학사 졸업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화학 전공</a:t>
            </a:r>
          </a:p>
        </p:txBody>
      </p:sp>
      <p:sp>
        <p:nvSpPr>
          <p:cNvPr id="22" name="Oval 21"/>
          <p:cNvSpPr/>
          <p:nvPr/>
        </p:nvSpPr>
        <p:spPr>
          <a:xfrm>
            <a:off x="1691640" y="5669280"/>
            <a:ext cx="274320" cy="274320"/>
          </a:xfrm>
          <a:prstGeom prst="ellipse">
            <a:avLst/>
          </a:prstGeom>
          <a:solidFill>
            <a:srgbClr val="3498D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6692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3498DB"/>
                </a:solidFill>
              </a:defRPr>
            </a:pPr>
            <a:r>
              <a:t>2016.02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0" y="5577840"/>
            <a:ext cx="9144000" cy="7315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0" y="566928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A252F"/>
                </a:solidFill>
              </a:defRPr>
            </a:pPr>
            <a:r>
              <a:t>한국사 2급 취득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국사편찬위원회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5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03. FEATURED PROJECT: DocQ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A252F"/>
                </a:solidFill>
              </a:defRPr>
            </a:pPr>
            <a:r>
              <a:t>DocQ: PDF-based Multiplayer 3D Quiz Game</a:t>
            </a:r>
          </a:p>
          <a:p>
            <a:pPr>
              <a:defRPr b="1">
                <a:solidFill>
                  <a:srgbClr val="F1C40F"/>
                </a:solidFill>
              </a:defRPr>
            </a:pPr>
            <a:r>
              <a:t>🏆 SSAFY 공통 프로젝트 반 우승 수상 | 2026.01.06 ~ 2026.02.13 (6주)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5486400" cy="32004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51206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3498DB"/>
                </a:solidFill>
              </a:defRPr>
            </a:pPr>
            <a:r>
              <a:t>Technical Challenges</a:t>
            </a:r>
          </a:p>
          <a:p>
            <a:pPr>
              <a:spcBef>
                <a:spcPts val="1000"/>
              </a:spcBef>
              <a:defRPr sz="1400"/>
            </a:pPr>
            <a:r>
              <a:t>• 2.5D 렌더링 한계 -&gt; 3D 통합 구조 전환</a:t>
            </a:r>
          </a:p>
          <a:p>
            <a:pPr>
              <a:spcBef>
                <a:spcPts val="1000"/>
              </a:spcBef>
              <a:defRPr sz="1400"/>
            </a:pPr>
            <a:r>
              <a:t>• FBX 에셋 로딩 문제 -&gt; GLTF 최적화</a:t>
            </a:r>
          </a:p>
          <a:p>
            <a:pPr>
              <a:spcBef>
                <a:spcPts val="1000"/>
              </a:spcBef>
              <a:defRPr sz="1400"/>
            </a:pPr>
            <a:r>
              <a:t>• 상태 기반 게임 흐름 자동화 설계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26080"/>
            <a:ext cx="54864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41148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B4B4B4"/>
                </a:solidFill>
              </a:defRPr>
            </a:pPr>
            <a:r>
              <a:t>Project Screenshot Area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5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04. ADDITIONAL PROJECTS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1A252F"/>
                </a:solidFill>
              </a:defRPr>
            </a:pPr>
            <a:r>
              <a:t>BioTwin (특화)</a:t>
            </a:r>
          </a:p>
          <a:p>
            <a:pPr>
              <a:defRPr sz="1600">
                <a:solidFill>
                  <a:srgbClr val="3498DB"/>
                </a:solidFill>
              </a:defRPr>
            </a:pPr>
            <a:r>
              <a:t>생체 데이터 시각화 플랫폼</a:t>
            </a:r>
          </a:p>
          <a:p>
            <a:pPr>
              <a:spcBef>
                <a:spcPts val="1500"/>
              </a:spcBef>
              <a:defRPr b="1" sz="1400"/>
            </a:pPr>
            <a:r>
              <a:t>Stack: Vue.js / TypeScript</a:t>
            </a:r>
          </a:p>
          <a:p>
            <a:pPr>
              <a:spcBef>
                <a:spcPts val="1000"/>
              </a:spcBef>
              <a:defRPr sz="1400">
                <a:solidFill>
                  <a:srgbClr val="505050"/>
                </a:solidFill>
              </a:defRPr>
            </a:pPr>
            <a:r>
              <a:t>실시간 모니터링 대시보드 및 차트 구현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1A252F"/>
                </a:solidFill>
              </a:defRPr>
            </a:pPr>
            <a:r>
              <a:t>JIPCHAK (자율)</a:t>
            </a:r>
          </a:p>
          <a:p>
            <a:pPr>
              <a:defRPr sz="1600">
                <a:solidFill>
                  <a:srgbClr val="3498DB"/>
                </a:solidFill>
              </a:defRPr>
            </a:pPr>
            <a:r>
              <a:t>IoT 스마트 솔루션</a:t>
            </a:r>
          </a:p>
          <a:p>
            <a:pPr>
              <a:spcBef>
                <a:spcPts val="1500"/>
              </a:spcBef>
              <a:defRPr b="1" sz="1400"/>
            </a:pPr>
            <a:r>
              <a:t>Stack: React / Tailwind / IoT</a:t>
            </a:r>
          </a:p>
          <a:p>
            <a:pPr>
              <a:spcBef>
                <a:spcPts val="1000"/>
              </a:spcBef>
              <a:defRPr sz="1400">
                <a:solidFill>
                  <a:srgbClr val="505050"/>
                </a:solidFill>
              </a:defRPr>
            </a:pPr>
            <a:r>
              <a:t>메인 페이지 UI/UX 및 하드웨어 연동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