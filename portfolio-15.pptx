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27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5695" cy="68580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1760" y="1490008"/>
            <a:ext cx="4976042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rPr sz="6000" dirty="0" err="1"/>
              <a:t>논리적</a:t>
            </a:r>
            <a:r>
              <a:rPr sz="6000" dirty="0"/>
              <a:t> </a:t>
            </a:r>
            <a:r>
              <a:rPr sz="6000" dirty="0" err="1"/>
              <a:t>구조로</a:t>
            </a:r>
            <a:endParaRPr lang="en-US" sz="6000" dirty="0"/>
          </a:p>
          <a:p>
            <a:pPr>
              <a:defRPr sz="2200" b="1">
                <a:solidFill>
                  <a:srgbClr val="3498DB"/>
                </a:solidFill>
              </a:defRPr>
            </a:pPr>
            <a:r>
              <a:rPr sz="6000" dirty="0" err="1"/>
              <a:t>단단하게</a:t>
            </a:r>
            <a:endParaRPr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3ED79-E4C2-4EEC-8273-6ECB61399979}"/>
              </a:ext>
            </a:extLst>
          </p:cNvPr>
          <p:cNvSpPr txBox="1"/>
          <p:nvPr/>
        </p:nvSpPr>
        <p:spPr>
          <a:xfrm>
            <a:off x="6284540" y="1490008"/>
            <a:ext cx="574548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rPr sz="6000" dirty="0" err="1"/>
              <a:t>직관적</a:t>
            </a:r>
            <a:r>
              <a:rPr sz="6000" dirty="0"/>
              <a:t> </a:t>
            </a:r>
            <a:r>
              <a:rPr sz="6000" dirty="0" err="1"/>
              <a:t>흐름으로</a:t>
            </a:r>
            <a:endParaRPr lang="en-US" sz="6000" dirty="0"/>
          </a:p>
          <a:p>
            <a:pPr>
              <a:defRPr sz="2200" b="1">
                <a:solidFill>
                  <a:srgbClr val="3498DB"/>
                </a:solidFill>
              </a:defRPr>
            </a:pPr>
            <a:r>
              <a:rPr sz="6000" dirty="0" err="1"/>
              <a:t>유연하게</a:t>
            </a:r>
            <a:endParaRPr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8C0DA-BEC9-4CB9-BD08-4ABE5C6B20AC}"/>
              </a:ext>
            </a:extLst>
          </p:cNvPr>
          <p:cNvSpPr txBox="1"/>
          <p:nvPr/>
        </p:nvSpPr>
        <p:spPr>
          <a:xfrm>
            <a:off x="425999" y="4966072"/>
            <a:ext cx="514756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rPr sz="3000" dirty="0" err="1"/>
              <a:t>매일</a:t>
            </a:r>
            <a:r>
              <a:rPr sz="3000" dirty="0"/>
              <a:t> 더 </a:t>
            </a:r>
            <a:r>
              <a:rPr sz="3000" dirty="0" err="1"/>
              <a:t>나은</a:t>
            </a:r>
            <a:r>
              <a:rPr sz="3000" dirty="0"/>
              <a:t> </a:t>
            </a:r>
            <a:r>
              <a:rPr sz="3000" dirty="0" err="1"/>
              <a:t>코드를</a:t>
            </a:r>
            <a:r>
              <a:rPr sz="3000" dirty="0"/>
              <a:t> </a:t>
            </a:r>
            <a:r>
              <a:rPr sz="3000" dirty="0" err="1"/>
              <a:t>탐구하는</a:t>
            </a:r>
            <a:endParaRPr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1EF96-01BC-4733-9FA1-5166153F8BFE}"/>
              </a:ext>
            </a:extLst>
          </p:cNvPr>
          <p:cNvSpPr txBox="1"/>
          <p:nvPr/>
        </p:nvSpPr>
        <p:spPr>
          <a:xfrm>
            <a:off x="6286144" y="4966072"/>
            <a:ext cx="57438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rPr sz="3000" dirty="0" err="1">
                <a:solidFill>
                  <a:schemeClr val="bg1"/>
                </a:solidFill>
              </a:rPr>
              <a:t>프론트엔드</a:t>
            </a:r>
            <a:r>
              <a:rPr sz="3000" dirty="0">
                <a:solidFill>
                  <a:schemeClr val="bg1"/>
                </a:solidFill>
              </a:rPr>
              <a:t> </a:t>
            </a:r>
            <a:r>
              <a:rPr lang="ko-KR" altLang="en-US" sz="3000" dirty="0">
                <a:solidFill>
                  <a:schemeClr val="bg1"/>
                </a:solidFill>
              </a:rPr>
              <a:t>개발</a:t>
            </a:r>
            <a:r>
              <a:rPr sz="3000" dirty="0">
                <a:solidFill>
                  <a:schemeClr val="bg1"/>
                </a:solidFill>
              </a:rPr>
              <a:t>자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ko-KR" altLang="en-US" sz="3000" dirty="0" err="1">
                <a:solidFill>
                  <a:schemeClr val="bg1"/>
                </a:solidFill>
              </a:rPr>
              <a:t>임보경입니다</a:t>
            </a:r>
            <a:endParaRPr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56" y="364240"/>
            <a:ext cx="2011680" cy="2679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5132" y="381387"/>
            <a:ext cx="38124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2200" dirty="0" err="1"/>
              <a:t>논리적</a:t>
            </a:r>
            <a:r>
              <a:rPr sz="2200" dirty="0"/>
              <a:t> </a:t>
            </a:r>
            <a:r>
              <a:rPr sz="2200" dirty="0" err="1"/>
              <a:t>구조로</a:t>
            </a:r>
            <a:r>
              <a:rPr sz="2200" dirty="0"/>
              <a:t> </a:t>
            </a:r>
            <a:r>
              <a:rPr sz="2200" dirty="0" err="1"/>
              <a:t>단단하게</a:t>
            </a:r>
            <a:r>
              <a:rPr sz="2200" dirty="0"/>
              <a:t>, </a:t>
            </a:r>
            <a:br>
              <a:rPr sz="2200" dirty="0"/>
            </a:br>
            <a:r>
              <a:rPr sz="2200" dirty="0" err="1"/>
              <a:t>직관적</a:t>
            </a:r>
            <a:r>
              <a:rPr sz="2200" dirty="0"/>
              <a:t> </a:t>
            </a:r>
            <a:r>
              <a:rPr sz="2200" dirty="0" err="1"/>
              <a:t>흐름으로</a:t>
            </a:r>
            <a:r>
              <a:rPr sz="2200" dirty="0"/>
              <a:t> </a:t>
            </a:r>
            <a:r>
              <a:rPr sz="2200" dirty="0" err="1"/>
              <a:t>유연하게</a:t>
            </a:r>
            <a:endParaRPr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8185966" y="2125071"/>
            <a:ext cx="2414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1600" dirty="0"/>
              <a:t>CONTACT</a:t>
            </a:r>
            <a:endParaRPr sz="1200" dirty="0"/>
          </a:p>
        </p:txBody>
      </p:sp>
      <p:sp>
        <p:nvSpPr>
          <p:cNvPr id="9" name="Rounded Rectangle 8"/>
          <p:cNvSpPr/>
          <p:nvPr/>
        </p:nvSpPr>
        <p:spPr>
          <a:xfrm>
            <a:off x="490705" y="4231425"/>
            <a:ext cx="2633472" cy="237744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8122" y="4412352"/>
            <a:ext cx="2633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282" y="500025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dirty="0"/>
              <a:t>React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7515" y="505491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42107" y="505491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06699" y="505491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1291" y="505491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35883" y="505491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282" y="550317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7515" y="555783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42107" y="555783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06699" y="555783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71291" y="555783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35883" y="555783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5282" y="600609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HTML/CSS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7515" y="606075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42107" y="606075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06699" y="606075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71291" y="606075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35883" y="606075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382356" y="4231425"/>
            <a:ext cx="2633472" cy="237744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19773" y="4412383"/>
            <a:ext cx="2633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LANGUAGES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2749" y="5004361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JS/TS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80823" y="506910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45415" y="506910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210007" y="506910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374599" y="506910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39191" y="506910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52749" y="5507281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80823" y="557202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45415" y="557202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10007" y="557202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74599" y="557202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539191" y="557202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52749" y="6010201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Java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80823" y="607494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45415" y="607494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210007" y="607494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374599" y="607494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539191" y="607494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36590" y="4234263"/>
            <a:ext cx="2633472" cy="237744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590" y="4412383"/>
            <a:ext cx="2633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 / 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5824" y="4997445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Django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9947" y="506466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894539" y="506466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059131" y="506466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23723" y="506466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388315" y="506466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65824" y="5500365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29947" y="556758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894539" y="556758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59131" y="556758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223723" y="556758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388315" y="556758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128241" y="4231425"/>
            <a:ext cx="2633472" cy="237744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28241" y="4412383"/>
            <a:ext cx="2633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TOOLS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65401" y="500004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dirty="0"/>
              <a:t>Git/GitHub</a:t>
            </a:r>
            <a:r>
              <a:rPr lang="en-US" dirty="0"/>
              <a:t>/GitLab</a:t>
            </a:r>
            <a:endParaRPr dirty="0"/>
          </a:p>
        </p:txBody>
      </p:sp>
      <p:sp>
        <p:nvSpPr>
          <p:cNvPr id="66" name="Rectangle 65"/>
          <p:cNvSpPr/>
          <p:nvPr/>
        </p:nvSpPr>
        <p:spPr>
          <a:xfrm>
            <a:off x="10593898" y="505230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758490" y="505230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923082" y="505230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1087674" y="505230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1252266" y="505230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265401" y="550296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Figma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93898" y="555522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758490" y="555522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923082" y="555522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087674" y="555522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252266" y="555522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265401" y="600588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93898" y="605814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58490" y="605814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923082" y="605814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087674" y="605814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252266" y="605814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DD6EA9-E634-45DF-AB8D-C3125054410C}"/>
              </a:ext>
            </a:extLst>
          </p:cNvPr>
          <p:cNvSpPr txBox="1"/>
          <p:nvPr/>
        </p:nvSpPr>
        <p:spPr>
          <a:xfrm>
            <a:off x="2865132" y="1404252"/>
            <a:ext cx="4864815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1A252F"/>
                </a:solidFill>
              </a:defRPr>
            </a:pPr>
            <a:r>
              <a:rPr sz="1600" dirty="0"/>
              <a:t>Structure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rPr sz="1200" dirty="0" err="1"/>
              <a:t>논리적인</a:t>
            </a:r>
            <a:r>
              <a:rPr sz="1200" dirty="0"/>
              <a:t> </a:t>
            </a:r>
            <a:r>
              <a:rPr sz="1200" dirty="0" err="1"/>
              <a:t>구조</a:t>
            </a:r>
            <a:r>
              <a:rPr sz="1200" dirty="0"/>
              <a:t> </a:t>
            </a:r>
            <a:r>
              <a:rPr sz="1200" dirty="0" err="1"/>
              <a:t>설계를</a:t>
            </a:r>
            <a:r>
              <a:rPr sz="1200" dirty="0"/>
              <a:t> </a:t>
            </a:r>
            <a:r>
              <a:rPr sz="1200" dirty="0" err="1"/>
              <a:t>통해</a:t>
            </a:r>
            <a:r>
              <a:rPr sz="1200" dirty="0"/>
              <a:t> </a:t>
            </a:r>
            <a:r>
              <a:rPr sz="1200" dirty="0" err="1"/>
              <a:t>유지보수가</a:t>
            </a:r>
            <a:r>
              <a:rPr sz="1200" dirty="0"/>
              <a:t> </a:t>
            </a:r>
            <a:r>
              <a:rPr sz="1200" dirty="0" err="1"/>
              <a:t>용이한</a:t>
            </a:r>
            <a:r>
              <a:rPr sz="1200" dirty="0"/>
              <a:t> </a:t>
            </a:r>
            <a:r>
              <a:rPr sz="1200" dirty="0" err="1"/>
              <a:t>코드를</a:t>
            </a:r>
            <a:r>
              <a:rPr sz="1200" dirty="0"/>
              <a:t> </a:t>
            </a:r>
            <a:r>
              <a:rPr sz="1200" dirty="0" err="1"/>
              <a:t>지향합니다</a:t>
            </a:r>
            <a:r>
              <a:rPr sz="1200"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1A252F"/>
                </a:solidFill>
              </a:defRPr>
            </a:pPr>
            <a:r>
              <a:rPr sz="1600" dirty="0"/>
              <a:t>UX Flow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rPr sz="1200" dirty="0" err="1"/>
              <a:t>사용자의</a:t>
            </a:r>
            <a:r>
              <a:rPr sz="1200" dirty="0"/>
              <a:t> </a:t>
            </a:r>
            <a:r>
              <a:rPr sz="1200" dirty="0" err="1"/>
              <a:t>동선을</a:t>
            </a:r>
            <a:r>
              <a:rPr sz="1200" dirty="0"/>
              <a:t> </a:t>
            </a:r>
            <a:r>
              <a:rPr sz="1200" dirty="0" err="1"/>
              <a:t>고려하여</a:t>
            </a:r>
            <a:r>
              <a:rPr sz="1200" dirty="0"/>
              <a:t> </a:t>
            </a:r>
            <a:r>
              <a:rPr sz="1200" dirty="0" err="1"/>
              <a:t>직관적이고</a:t>
            </a:r>
            <a:r>
              <a:rPr sz="1200" dirty="0"/>
              <a:t> </a:t>
            </a:r>
            <a:r>
              <a:rPr sz="1200" dirty="0" err="1"/>
              <a:t>매끄러운</a:t>
            </a:r>
            <a:r>
              <a:rPr sz="1200" dirty="0"/>
              <a:t> </a:t>
            </a:r>
            <a:r>
              <a:rPr sz="1200" dirty="0" err="1"/>
              <a:t>경험을</a:t>
            </a:r>
            <a:r>
              <a:rPr sz="1200" dirty="0"/>
              <a:t> </a:t>
            </a:r>
            <a:r>
              <a:rPr sz="1200" dirty="0" err="1"/>
              <a:t>제공합니다</a:t>
            </a:r>
            <a:r>
              <a:rPr sz="1200"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1A252F"/>
                </a:solidFill>
              </a:defRPr>
            </a:pPr>
            <a:r>
              <a:rPr sz="1600" dirty="0"/>
              <a:t>Growth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rPr sz="1200" dirty="0" err="1"/>
              <a:t>새로운</a:t>
            </a:r>
            <a:r>
              <a:rPr sz="1200" dirty="0"/>
              <a:t> </a:t>
            </a:r>
            <a:r>
              <a:rPr sz="1200" dirty="0" err="1"/>
              <a:t>기술에</a:t>
            </a:r>
            <a:r>
              <a:rPr sz="1200" dirty="0"/>
              <a:t> </a:t>
            </a:r>
            <a:r>
              <a:rPr sz="1200" dirty="0" err="1"/>
              <a:t>대한</a:t>
            </a:r>
            <a:r>
              <a:rPr sz="1200" dirty="0"/>
              <a:t> </a:t>
            </a:r>
            <a:r>
              <a:rPr sz="1200" dirty="0" err="1"/>
              <a:t>깊은</a:t>
            </a:r>
            <a:r>
              <a:rPr sz="1200" dirty="0"/>
              <a:t> </a:t>
            </a:r>
            <a:r>
              <a:rPr sz="1200" dirty="0" err="1"/>
              <a:t>탐구와</a:t>
            </a:r>
            <a:r>
              <a:rPr sz="1200" dirty="0"/>
              <a:t> </a:t>
            </a:r>
            <a:r>
              <a:rPr sz="1200" dirty="0" err="1"/>
              <a:t>리팩토링을</a:t>
            </a:r>
            <a:r>
              <a:rPr sz="1200" dirty="0"/>
              <a:t> </a:t>
            </a:r>
            <a:r>
              <a:rPr sz="1200" dirty="0" err="1"/>
              <a:t>통해</a:t>
            </a:r>
            <a:r>
              <a:rPr sz="1200" dirty="0"/>
              <a:t> </a:t>
            </a:r>
            <a:r>
              <a:rPr sz="1200" dirty="0" err="1"/>
              <a:t>성장을</a:t>
            </a:r>
            <a:r>
              <a:rPr sz="1200" dirty="0"/>
              <a:t> </a:t>
            </a:r>
            <a:r>
              <a:rPr sz="1200" dirty="0" err="1"/>
              <a:t>추구합니다</a:t>
            </a:r>
            <a:r>
              <a:rPr dirty="0"/>
              <a:t>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34D3B0-79C3-481B-978F-3A832C6C7650}"/>
              </a:ext>
            </a:extLst>
          </p:cNvPr>
          <p:cNvSpPr txBox="1"/>
          <p:nvPr/>
        </p:nvSpPr>
        <p:spPr>
          <a:xfrm>
            <a:off x="528122" y="3607285"/>
            <a:ext cx="9629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lang="en-US" sz="2200" dirty="0"/>
              <a:t>SKILLS</a:t>
            </a:r>
            <a:endParaRPr sz="2200" dirty="0"/>
          </a:p>
        </p:txBody>
      </p:sp>
      <p:sp>
        <p:nvSpPr>
          <p:cNvPr id="86" name="Rectangle 2">
            <a:extLst>
              <a:ext uri="{FF2B5EF4-FFF2-40B4-BE49-F238E27FC236}">
                <a16:creationId xmlns:a16="http://schemas.microsoft.com/office/drawing/2014/main" id="{6EABD5F7-E9EE-47EF-8698-2BB3EAA7D329}"/>
              </a:ext>
            </a:extLst>
          </p:cNvPr>
          <p:cNvSpPr/>
          <p:nvPr/>
        </p:nvSpPr>
        <p:spPr>
          <a:xfrm>
            <a:off x="305" y="3384588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0417A87-79A7-40C8-B13B-3843DCB9DCCD}"/>
              </a:ext>
            </a:extLst>
          </p:cNvPr>
          <p:cNvSpPr txBox="1"/>
          <p:nvPr/>
        </p:nvSpPr>
        <p:spPr>
          <a:xfrm>
            <a:off x="8185966" y="106872"/>
            <a:ext cx="3620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lang="en-US" sz="1600" dirty="0"/>
              <a:t>Education</a:t>
            </a:r>
            <a:endParaRPr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8178A96-1378-49CA-953D-5F17DF533C1E}"/>
              </a:ext>
            </a:extLst>
          </p:cNvPr>
          <p:cNvSpPr txBox="1"/>
          <p:nvPr/>
        </p:nvSpPr>
        <p:spPr>
          <a:xfrm>
            <a:off x="8223758" y="2450104"/>
            <a:ext cx="7432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Phone</a:t>
            </a:r>
            <a:endParaRPr lang="en-US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Email</a:t>
            </a:r>
            <a:endParaRPr lang="en-US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GitHub</a:t>
            </a:r>
            <a:endParaRPr lang="en-US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LinkedIn</a:t>
            </a:r>
            <a:endParaRPr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E7D2A1-7C8D-4255-8B01-21A64EA92A21}"/>
              </a:ext>
            </a:extLst>
          </p:cNvPr>
          <p:cNvSpPr txBox="1"/>
          <p:nvPr/>
        </p:nvSpPr>
        <p:spPr>
          <a:xfrm>
            <a:off x="8967042" y="2438283"/>
            <a:ext cx="19290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010-3396-6856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qhrudlim@gmail.com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github.com/</a:t>
            </a:r>
            <a:r>
              <a:rPr sz="1200" dirty="0" err="1"/>
              <a:t>qhrudlim</a:t>
            </a:r>
            <a:endParaRPr lang="en-US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linkedin.com/in/</a:t>
            </a:r>
            <a:r>
              <a:rPr lang="en-US" sz="1200" dirty="0" err="1"/>
              <a:t>qhrudlim</a:t>
            </a:r>
            <a:endParaRPr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CA0735B-6D98-47D0-AC43-D47CDCCAF93D}"/>
              </a:ext>
            </a:extLst>
          </p:cNvPr>
          <p:cNvSpPr txBox="1"/>
          <p:nvPr/>
        </p:nvSpPr>
        <p:spPr>
          <a:xfrm>
            <a:off x="8185966" y="432069"/>
            <a:ext cx="13525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lang="en-US" altLang="ko-KR" sz="1200" dirty="0"/>
              <a:t>2025.07 ~ 2026.06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2025.03 ~ 06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2022.03 ~ 2025.08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2018.03 ~ 2022.02</a:t>
            </a:r>
            <a:endParaRPr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420816B-7159-4A07-ABC9-013A4F7380DE}"/>
              </a:ext>
            </a:extLst>
          </p:cNvPr>
          <p:cNvSpPr txBox="1"/>
          <p:nvPr/>
        </p:nvSpPr>
        <p:spPr>
          <a:xfrm>
            <a:off x="9507185" y="423699"/>
            <a:ext cx="25901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lang="ko-KR" altLang="en-US" sz="1200" dirty="0"/>
              <a:t>삼성 청년 </a:t>
            </a:r>
            <a:r>
              <a:rPr lang="en-US" altLang="ko-KR" sz="1200" dirty="0"/>
              <a:t>SW/AI </a:t>
            </a:r>
            <a:r>
              <a:rPr lang="ko-KR" altLang="en-US" sz="1200" dirty="0"/>
              <a:t>아카데미</a:t>
            </a:r>
            <a:r>
              <a:rPr lang="en-US" altLang="ko-KR" sz="1200" dirty="0"/>
              <a:t>(SSAFY)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SBS</a:t>
            </a:r>
            <a:r>
              <a:rPr lang="ko-KR" altLang="en-US" sz="1200" dirty="0"/>
              <a:t>아카데미 웹디자인</a:t>
            </a:r>
            <a:endParaRPr lang="en-US" altLang="ko-KR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ko-KR" altLang="en-US" sz="1200" dirty="0"/>
              <a:t>충남대 평화안보대학원 과학수사학</a:t>
            </a:r>
            <a:endParaRPr lang="en-US" altLang="ko-KR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ko-KR" altLang="en-US" sz="1200" dirty="0"/>
              <a:t>계명대 화학전공</a:t>
            </a:r>
            <a:endParaRPr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310CAB5-95BF-437E-8861-504509B8EB13}"/>
              </a:ext>
            </a:extLst>
          </p:cNvPr>
          <p:cNvSpPr txBox="1"/>
          <p:nvPr/>
        </p:nvSpPr>
        <p:spPr>
          <a:xfrm>
            <a:off x="8190436" y="1285514"/>
            <a:ext cx="18805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lang="en-US" sz="1600" dirty="0"/>
              <a:t>Certification/Award</a:t>
            </a:r>
            <a:endParaRPr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FDA97F0-D0A5-4885-B4BC-46ACC6A07EF1}"/>
              </a:ext>
            </a:extLst>
          </p:cNvPr>
          <p:cNvSpPr txBox="1"/>
          <p:nvPr/>
        </p:nvSpPr>
        <p:spPr>
          <a:xfrm>
            <a:off x="8190436" y="1620427"/>
            <a:ext cx="721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lang="en-US" altLang="ko-KR" sz="1200" dirty="0"/>
              <a:t>2026.02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2025.08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6C693A-5D3B-4290-BA2A-C9AE4B3008D8}"/>
              </a:ext>
            </a:extLst>
          </p:cNvPr>
          <p:cNvSpPr txBox="1"/>
          <p:nvPr/>
        </p:nvSpPr>
        <p:spPr>
          <a:xfrm>
            <a:off x="8911887" y="1620426"/>
            <a:ext cx="24433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lang="ko-KR" altLang="en-US" sz="1200" dirty="0" err="1"/>
              <a:t>싸피</a:t>
            </a:r>
            <a:r>
              <a:rPr lang="ko-KR" altLang="en-US" sz="1200" dirty="0"/>
              <a:t> </a:t>
            </a:r>
            <a:r>
              <a:rPr lang="en-US" altLang="ko-KR" sz="1200" dirty="0"/>
              <a:t>2</a:t>
            </a:r>
            <a:r>
              <a:rPr lang="ko-KR" altLang="en-US" sz="1200" dirty="0"/>
              <a:t>학기 공통 프로젝트 반 우승</a:t>
            </a:r>
            <a:endParaRPr lang="en-US" altLang="ko-KR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altLang="ko-KR" sz="1200" dirty="0"/>
              <a:t>SW</a:t>
            </a:r>
            <a:r>
              <a:rPr lang="ko-KR" altLang="en-US" sz="1200" dirty="0"/>
              <a:t> 역량 테스트 </a:t>
            </a:r>
            <a:r>
              <a:rPr lang="en-US" altLang="ko-KR" sz="1200" dirty="0"/>
              <a:t>IM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72440" y="182880"/>
            <a:ext cx="112471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6760" y="365760"/>
            <a:ext cx="7823360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52F"/>
                </a:solidFill>
              </a:defRPr>
            </a:pPr>
            <a:r>
              <a:rPr dirty="0" err="1"/>
              <a:t>DocQ</a:t>
            </a:r>
            <a:r>
              <a:rPr dirty="0"/>
              <a:t>: PDF</a:t>
            </a:r>
            <a:r>
              <a:rPr lang="en-US" dirty="0"/>
              <a:t> </a:t>
            </a:r>
            <a:r>
              <a:rPr lang="ko-KR" altLang="en-US" dirty="0"/>
              <a:t>기반 멀티플레이 </a:t>
            </a:r>
            <a:r>
              <a:rPr dirty="0"/>
              <a:t>3D </a:t>
            </a:r>
            <a:r>
              <a:rPr lang="ko-KR" altLang="en-US" dirty="0"/>
              <a:t>퀴즈 게임</a:t>
            </a:r>
            <a:endParaRPr dirty="0"/>
          </a:p>
          <a:p>
            <a:pPr>
              <a:defRPr b="1">
                <a:solidFill>
                  <a:srgbClr val="F1C40F"/>
                </a:solidFill>
              </a:defRPr>
            </a:pPr>
            <a:r>
              <a:rPr dirty="0"/>
              <a:t>🏆 SSAFY </a:t>
            </a:r>
            <a:r>
              <a:rPr dirty="0" err="1"/>
              <a:t>공통</a:t>
            </a:r>
            <a:r>
              <a:rPr dirty="0"/>
              <a:t> </a:t>
            </a:r>
            <a:r>
              <a:rPr dirty="0" err="1"/>
              <a:t>프로젝트</a:t>
            </a:r>
            <a:r>
              <a:rPr dirty="0"/>
              <a:t> 반 </a:t>
            </a:r>
            <a:r>
              <a:rPr dirty="0" err="1"/>
              <a:t>우승</a:t>
            </a:r>
            <a:r>
              <a:rPr dirty="0"/>
              <a:t> </a:t>
            </a:r>
            <a:r>
              <a:rPr dirty="0" err="1"/>
              <a:t>수상</a:t>
            </a:r>
            <a:r>
              <a:rPr dirty="0"/>
              <a:t> |</a:t>
            </a:r>
            <a:r>
              <a:rPr lang="en-US" dirty="0"/>
              <a:t> 6</a:t>
            </a:r>
            <a:r>
              <a:rPr lang="ko-KR" altLang="en-US" dirty="0" err="1"/>
              <a:t>인팀</a:t>
            </a:r>
            <a:r>
              <a:rPr lang="ko-KR" altLang="en-US" dirty="0"/>
              <a:t> </a:t>
            </a:r>
            <a:r>
              <a:rPr lang="en-US" altLang="ko-KR" dirty="0"/>
              <a:t>|</a:t>
            </a:r>
            <a:r>
              <a:rPr dirty="0"/>
              <a:t> 2026.01.06 ~ 2026.02.13 (6주)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2DBE4-FCAD-4D9F-BC72-6856AFE5DA46}"/>
              </a:ext>
            </a:extLst>
          </p:cNvPr>
          <p:cNvSpPr/>
          <p:nvPr/>
        </p:nvSpPr>
        <p:spPr>
          <a:xfrm>
            <a:off x="457200" y="2926080"/>
            <a:ext cx="5486400" cy="37490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F90D7-67D8-4A22-AD98-AB16615E323C}"/>
              </a:ext>
            </a:extLst>
          </p:cNvPr>
          <p:cNvSpPr txBox="1"/>
          <p:nvPr/>
        </p:nvSpPr>
        <p:spPr>
          <a:xfrm>
            <a:off x="640079" y="2984718"/>
            <a:ext cx="512064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rPr dirty="0"/>
              <a:t>Technical Challenges</a:t>
            </a:r>
          </a:p>
          <a:p>
            <a:pPr algn="l"/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FF0000"/>
                </a:solidFill>
                <a:effectLst/>
                <a:latin typeface="Pretendard"/>
              </a:rPr>
              <a:t>[PROBLEM]</a:t>
            </a:r>
          </a:p>
          <a:p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2.5D(2D 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맵 </a:t>
            </a:r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+ 3D 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캐릭터</a:t>
            </a:r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) 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환경의 렌더링 한계</a:t>
            </a:r>
          </a:p>
          <a:p>
            <a:pPr algn="l"/>
            <a:r>
              <a:rPr lang="en-US" altLang="ko-KR" sz="1400" dirty="0">
                <a:solidFill>
                  <a:srgbClr val="00B050"/>
                </a:solidFill>
                <a:latin typeface="Pretendard"/>
              </a:rPr>
              <a:t>[SOLUTION]</a:t>
            </a:r>
            <a:endParaRPr lang="en-US" altLang="ko-KR" sz="1400" b="0" i="0" dirty="0">
              <a:solidFill>
                <a:srgbClr val="00B050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3D 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통합 구조로 방향을 재설정</a:t>
            </a:r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FF0000"/>
                </a:solidFill>
                <a:latin typeface="Pretendard"/>
              </a:rPr>
              <a:t>[PROBLEM]</a:t>
            </a:r>
          </a:p>
          <a:p>
            <a:pPr algn="l"/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웹 환경에서의 </a:t>
            </a:r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FBX </a:t>
            </a:r>
            <a:r>
              <a:rPr lang="ko-KR" altLang="en-US" sz="1400" b="0" i="0" dirty="0" err="1">
                <a:solidFill>
                  <a:srgbClr val="333333"/>
                </a:solidFill>
                <a:effectLst/>
                <a:latin typeface="Pretendard"/>
              </a:rPr>
              <a:t>에셋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 로딩 시간 문제</a:t>
            </a:r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00B050"/>
                </a:solidFill>
                <a:latin typeface="Pretendard"/>
              </a:rPr>
              <a:t>[SOLUTION]</a:t>
            </a:r>
            <a:endParaRPr lang="ko-KR" altLang="en-US" sz="1400" b="0" i="0" dirty="0">
              <a:solidFill>
                <a:srgbClr val="00B050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GLTF/GLB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로 변환 및 </a:t>
            </a:r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Blender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에서 메시 </a:t>
            </a:r>
            <a:r>
              <a:rPr lang="ko-KR" altLang="en-US" sz="1400" b="0" i="0" dirty="0" err="1">
                <a:solidFill>
                  <a:srgbClr val="333333"/>
                </a:solidFill>
                <a:effectLst/>
                <a:latin typeface="Pretendard"/>
              </a:rPr>
              <a:t>비도출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 옵션을 조정</a:t>
            </a:r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FF0000"/>
                </a:solidFill>
                <a:effectLst/>
                <a:latin typeface="Pretendard"/>
              </a:rPr>
              <a:t>[PROBLEM]</a:t>
            </a:r>
          </a:p>
          <a:p>
            <a:pPr algn="l"/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캐릭터 이동 애니메이션의 끊김 및 </a:t>
            </a:r>
            <a:r>
              <a:rPr lang="ko-KR" altLang="en-US" sz="1400" b="0" i="0" dirty="0" err="1">
                <a:solidFill>
                  <a:srgbClr val="333333"/>
                </a:solidFill>
                <a:effectLst/>
                <a:latin typeface="Pretendard"/>
              </a:rPr>
              <a:t>타이포그래피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 문제</a:t>
            </a:r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00B050"/>
                </a:solidFill>
                <a:latin typeface="Pretendard"/>
              </a:rPr>
              <a:t>[SOLUTION]</a:t>
            </a:r>
            <a:endParaRPr lang="ko-KR" altLang="en-US" sz="1400" b="0" i="0" dirty="0">
              <a:solidFill>
                <a:srgbClr val="00B050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Blender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에서 타임라인 분할 및 </a:t>
            </a:r>
            <a:r>
              <a:rPr lang="ko-KR" altLang="en-US" sz="1400" b="0" i="0" dirty="0" err="1">
                <a:solidFill>
                  <a:srgbClr val="333333"/>
                </a:solidFill>
                <a:effectLst/>
                <a:latin typeface="Pretendard"/>
              </a:rPr>
              <a:t>룰렛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 결과에 따른 타이밍 재정의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3D3D88-C684-496C-A1B0-0817039024FB}"/>
              </a:ext>
            </a:extLst>
          </p:cNvPr>
          <p:cNvSpPr/>
          <p:nvPr/>
        </p:nvSpPr>
        <p:spPr>
          <a:xfrm>
            <a:off x="6217920" y="2926080"/>
            <a:ext cx="5486400" cy="374904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4D00A-C190-4E5C-91E7-B96AB4DCB979}"/>
              </a:ext>
            </a:extLst>
          </p:cNvPr>
          <p:cNvSpPr txBox="1"/>
          <p:nvPr/>
        </p:nvSpPr>
        <p:spPr>
          <a:xfrm>
            <a:off x="6675120" y="45720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B4B4B4"/>
                </a:solidFill>
              </a:defRPr>
            </a:pPr>
            <a:r>
              <a:rPr dirty="0"/>
              <a:t>Project Screenshot Area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2DD3015-29F5-4955-800C-8B902EC39E5C}"/>
              </a:ext>
            </a:extLst>
          </p:cNvPr>
          <p:cNvSpPr/>
          <p:nvPr/>
        </p:nvSpPr>
        <p:spPr>
          <a:xfrm>
            <a:off x="457200" y="1417320"/>
            <a:ext cx="5486400" cy="133302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70ED77-B2C7-4950-BC1E-5EDB406E7620}"/>
              </a:ext>
            </a:extLst>
          </p:cNvPr>
          <p:cNvSpPr txBox="1"/>
          <p:nvPr/>
        </p:nvSpPr>
        <p:spPr>
          <a:xfrm>
            <a:off x="640081" y="1600200"/>
            <a:ext cx="512064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rPr lang="ko-KR" altLang="en-US" dirty="0"/>
              <a:t>프로젝트 개요</a:t>
            </a:r>
            <a:endParaRPr dirty="0"/>
          </a:p>
          <a:p>
            <a:pPr>
              <a:spcBef>
                <a:spcPts val="1000"/>
              </a:spcBef>
              <a:defRPr sz="1400"/>
            </a:pPr>
            <a:r>
              <a:rPr lang="en-US" altLang="ko-KR" b="0" i="0" dirty="0">
                <a:solidFill>
                  <a:srgbClr val="444444"/>
                </a:solidFill>
                <a:effectLst/>
                <a:latin typeface="Pretendard"/>
              </a:rPr>
              <a:t>PDF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Pretendard"/>
              </a:rPr>
              <a:t>문서를 기반으로 퀴즈를 생성하고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Pretendard"/>
              </a:rPr>
              <a:t>이를 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Pretendard"/>
              </a:rPr>
              <a:t>3D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Pretendard"/>
              </a:rPr>
              <a:t>보드게임 형태로 즐기며 이해도를 검증하는 서비스입니다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Pretendard"/>
              </a:rPr>
              <a:t>.</a:t>
            </a:r>
            <a:endParaRPr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3754893-9C03-48C6-8850-B5B39229699F}"/>
              </a:ext>
            </a:extLst>
          </p:cNvPr>
          <p:cNvSpPr/>
          <p:nvPr/>
        </p:nvSpPr>
        <p:spPr>
          <a:xfrm>
            <a:off x="6217920" y="1417558"/>
            <a:ext cx="5486400" cy="133302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72438A-F7FE-4E58-A78B-30D68D18A2CC}"/>
              </a:ext>
            </a:extLst>
          </p:cNvPr>
          <p:cNvSpPr txBox="1"/>
          <p:nvPr/>
        </p:nvSpPr>
        <p:spPr>
          <a:xfrm>
            <a:off x="6400800" y="1600438"/>
            <a:ext cx="126829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rPr lang="ko-KR" altLang="en-US" dirty="0"/>
              <a:t>사용 기술</a:t>
            </a:r>
            <a:endParaRPr dirty="0"/>
          </a:p>
        </p:txBody>
      </p:sp>
      <p:pic>
        <p:nvPicPr>
          <p:cNvPr id="16" name="Picture 15" descr="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00548"/>
            <a:ext cx="640080" cy="640080"/>
          </a:xfrm>
          <a:prstGeom prst="rect">
            <a:avLst/>
          </a:prstGeom>
        </p:spPr>
      </p:pic>
      <p:pic>
        <p:nvPicPr>
          <p:cNvPr id="18" name="Picture 17" descr="threej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537" y="2000548"/>
            <a:ext cx="640080" cy="640080"/>
          </a:xfrm>
          <a:prstGeom prst="rect">
            <a:avLst/>
          </a:prstGeom>
        </p:spPr>
      </p:pic>
      <p:pic>
        <p:nvPicPr>
          <p:cNvPr id="20" name="Picture 19" descr="type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1" y="2000548"/>
            <a:ext cx="640080" cy="640080"/>
          </a:xfrm>
          <a:prstGeom prst="rect">
            <a:avLst/>
          </a:prstGeom>
        </p:spPr>
      </p:pic>
      <p:pic>
        <p:nvPicPr>
          <p:cNvPr id="22" name="Picture 21" descr="blen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617" y="2000548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269</Words>
  <Application>Microsoft Office PowerPoint</Application>
  <PresentationFormat>와이드스크린</PresentationFormat>
  <Paragraphs>74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SSAFY</dc:creator>
  <cp:keywords/>
  <dc:description>generated using python-pptx</dc:description>
  <cp:lastModifiedBy>SSAFY</cp:lastModifiedBy>
  <cp:revision>45</cp:revision>
  <dcterms:created xsi:type="dcterms:W3CDTF">2013-01-27T09:14:16Z</dcterms:created>
  <dcterms:modified xsi:type="dcterms:W3CDTF">2026-05-31T10:16:05Z</dcterms:modified>
  <cp:category/>
</cp:coreProperties>
</file>