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A"/>
          </a:solidFill>
          <a:ln>
            <a:solidFill>
              <a:srgbClr val="F5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7315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임보경 | Bo-gyeong Lim</a:t>
            </a:r>
          </a:p>
          <a:p>
            <a:pPr>
              <a:defRPr sz="2000">
                <a:solidFill>
                  <a:srgbClr val="0097E6"/>
                </a:solidFill>
              </a:defRPr>
            </a:pPr>
            <a:r>
              <a:t>Frontend Developer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011680"/>
            <a:ext cx="5486400" cy="2540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Philosophy &amp; Strengths</a:t>
            </a:r>
          </a:p>
          <a:p>
            <a:pPr>
              <a:defRPr sz="1400"/>
            </a:pPr>
            <a:r>
              <a:t>• 명확한 상태 관리와 유지보수 가능한 코드 지향</a:t>
            </a:r>
          </a:p>
          <a:p>
            <a:pPr>
              <a:defRPr sz="1400"/>
            </a:pPr>
            <a:r>
              <a:t>• 사용자 경험(UX) 흐름 설계 및 정돈된 구조 추구</a:t>
            </a:r>
          </a:p>
          <a:p>
            <a:pPr>
              <a:defRPr sz="1400"/>
            </a:pPr>
            <a:r>
              <a:t>• 문제 해결을 위한 논리적 구조화와 리팩토링 습관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TECH STACK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JavaScript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TypeScript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Vue.js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React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CSS / SCSS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486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CONTACT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qhrudlim@gmail.com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A"/>
          </a:solidFill>
          <a:ln>
            <a:solidFill>
              <a:srgbClr val="F5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Project: DocQ (PDF 기반 3D 퀴즈 게임)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2026.01 ~ 2026.02 (6주) | 역할: 프론트엔드 리드 (3D 설계 &amp; 상태 제어)</a:t>
            </a:r>
          </a:p>
          <a:p>
            <a:pPr>
              <a:defRPr sz="1200">
                <a:solidFill>
                  <a:srgbClr val="0097E6"/>
                </a:solidFill>
              </a:defRPr>
            </a:pPr>
            <a:r>
              <a:t>Tech: TresJS, Vue, Mixamo, Blender, GLTF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2.5D Rendering Limitation</a:t>
            </a:r>
          </a:p>
          <a:p>
            <a:pPr>
              <a:defRPr sz="1300">
                <a:solidFill>
                  <a:srgbClr val="2F3640"/>
                </a:solidFill>
              </a:defRPr>
            </a:pPr>
            <a:r>
              <a:t>→ 3D 통합 구조 전환 및 MVP 개발을 통해 혼합 렌더링 오류 해결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79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840479"/>
            <a:ext cx="91440" cy="109728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1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Asset Pipeline</a:t>
            </a:r>
          </a:p>
          <a:p>
            <a:pPr>
              <a:defRPr sz="1300">
                <a:solidFill>
                  <a:srgbClr val="2F3640"/>
                </a:solidFill>
              </a:defRPr>
            </a:pPr>
            <a:r>
              <a:t>→ FBX 로딩 최적화를 위해 GLTF 변환 및 애니메이션 타임라인 재구성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120640"/>
            <a:ext cx="91440" cy="1097280"/>
          </a:xfrm>
          <a:prstGeom prst="rect">
            <a:avLst/>
          </a:prstGeom>
          <a:solidFill>
            <a:srgbClr val="0097E6"/>
          </a:solidFill>
          <a:ln>
            <a:solidFill>
              <a:srgbClr val="009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State Management</a:t>
            </a:r>
          </a:p>
          <a:p>
            <a:pPr>
              <a:defRPr sz="1300">
                <a:solidFill>
                  <a:srgbClr val="2F3640"/>
                </a:solidFill>
              </a:defRPr>
            </a:pPr>
            <a:r>
              <a:t>→ 상태 전이 기반 자동 진행 구조 설계를 통한 멀티플레이 동기화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