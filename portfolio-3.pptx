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A"/>
          </a:solidFill>
          <a:ln>
            <a:solidFill>
              <a:srgbClr val="F5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임보경 | Bo-gyeong Lim</a:t>
            </a:r>
          </a:p>
          <a:p>
            <a:pPr>
              <a:defRPr sz="1800">
                <a:solidFill>
                  <a:srgbClr val="0097E6"/>
                </a:solidFill>
              </a:defRPr>
            </a:pPr>
            <a:r>
              <a:t>사용자 경험과 구조적 완성도를 지향하는 프론트엔드 개발자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2A56"/>
                </a:solidFill>
              </a:defRPr>
            </a:pPr>
            <a:r>
              <a:t>Professional Philosophy</a:t>
            </a:r>
          </a:p>
          <a:p>
            <a:br/>
            <a:pPr>
              <a:defRPr sz="1600" b="1"/>
            </a:pPr>
            <a:r>
              <a:t>• Maintainable Code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   단순한 기능을 넘어 명확한 상태 관리와 유지보수성을 최우선으로 고민합니다.</a:t>
            </a:r>
          </a:p>
          <a:p>
            <a:br/>
            <a:pPr>
              <a:defRPr sz="1600" b="1"/>
            </a:pPr>
            <a:r>
              <a:t>• UX-Driven Structure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   사용자의 흐름을 논리적으로 설계하고 이를 코드 구조에 반영합니다.</a:t>
            </a:r>
          </a:p>
          <a:p>
            <a:br/>
            <a:pPr>
              <a:defRPr sz="1600" b="1"/>
            </a:pPr>
            <a:r>
              <a:t>• Constant Refactoring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   기술적 부채를 경계하며 더 정돈된 구조를 위해 끊임없이 개선합니다.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A"/>
          </a:solidFill>
          <a:ln>
            <a:solidFill>
              <a:srgbClr val="F5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0" cy="9144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23774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Tech Stack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JavaScript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TypeScript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Vue.js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React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Three.js / TresJS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Blender</a:t>
            </a:r>
          </a:p>
          <a:p>
            <a:pPr>
              <a:defRPr sz="1400">
                <a:solidFill>
                  <a:srgbClr val="2F3640"/>
                </a:solidFill>
              </a:defRPr>
            </a:pPr>
            <a:r>
              <a:t>•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Major Project: DocQ</a:t>
            </a:r>
          </a:p>
          <a:p>
            <a:pPr>
              <a:defRPr sz="1600">
                <a:solidFill>
                  <a:srgbClr val="0097E6"/>
                </a:solidFill>
              </a:defRPr>
            </a:pPr>
            <a:r>
              <a:t>PDF 기반 멀티플레이 3D 보드게임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5029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1945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[Summary]</a:t>
            </a:r>
          </a:p>
          <a:p>
            <a:pPr>
              <a:defRPr sz="1400"/>
            </a:pPr>
            <a:r>
              <a:t>• 정적인 문서 학습을 보드게임 형식의 상호작용 경험으로 전환</a:t>
            </a:r>
          </a:p>
          <a:p>
            <a:pPr>
              <a:defRPr sz="1400"/>
            </a:pPr>
            <a:r>
              <a:t>• 웹 환경에서의 3D 멀티플레이 보드게임 구현 가능성 검증</a:t>
            </a:r>
          </a:p>
          <a:p>
            <a:pPr>
              <a:defRPr sz="1400"/>
            </a:pPr>
            <a:r>
              <a:t>• 프론트엔드 리드로서 3D 환경 구축 및 상태 관리 로직 총괄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A"/>
          </a:solidFill>
          <a:ln>
            <a:solidFill>
              <a:srgbClr val="F5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Challenges &amp; Problem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2A56"/>
                </a:solidFill>
              </a:defRPr>
            </a:pPr>
            <a:r>
              <a:t>Challenge 1: Rendering Architecture</a:t>
            </a:r>
          </a:p>
          <a:p>
            <a:br/>
            <a:pPr>
              <a:defRPr sz="1400" b="1">
                <a:solidFill>
                  <a:srgbClr val="0097E6"/>
                </a:solidFill>
              </a:defRPr>
            </a:pPr>
            <a:r>
              <a:t>Solution &amp; Result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• 2.5D 혼합 렌더링 한계 인지 후 3D 통합 구조로 과감히 선회하여 안정적인 화면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37160" cy="146304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2A56"/>
                </a:solidFill>
              </a:defRPr>
            </a:pPr>
            <a:r>
              <a:t>Challenge 2: Asset Optimization</a:t>
            </a:r>
          </a:p>
          <a:p>
            <a:br/>
            <a:pPr>
              <a:defRPr sz="1400" b="1">
                <a:solidFill>
                  <a:srgbClr val="0097E6"/>
                </a:solidFill>
              </a:defRPr>
            </a:pPr>
            <a:r>
              <a:t>Solution &amp; Result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• FBX 포맷의 로딩 지연을 해결하기 위해 GLTF 파이프라인 구축 및 Blender 애니메이션 재설계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137160" cy="146304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2A56"/>
                </a:solidFill>
              </a:defRPr>
            </a:pPr>
            <a:r>
              <a:t>Challenge 3: System Synchronization</a:t>
            </a:r>
          </a:p>
          <a:p>
            <a:br/>
            <a:pPr>
              <a:defRPr sz="1400" b="1">
                <a:solidFill>
                  <a:srgbClr val="0097E6"/>
                </a:solidFill>
              </a:defRPr>
            </a:pPr>
            <a:r>
              <a:t>Solution &amp; Result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• 상태 전이(State Transition) 기반 설계를 통해 복잡한 멀티플레이 게임 흐름의 정합성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