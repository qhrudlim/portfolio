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4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qhrudlim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3640"/>
                </a:solidFill>
              </a:defRPr>
            </a:pPr>
            <a:r>
              <a:t>단순한 '구현'을 넘어 '이유'있는 코드를 작성합니다.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논리적인 구조 설계를 통해 유지보수가 용이한 코드를 지향합니다.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79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UX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사용자의 동선을 고려하여 직관적이고 매끄러운 경험을 제공합니다.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37160" cy="914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새로운 기술에 대한 깊이 있는 탐구와 리팩토링을 통해 기술적 성장을 추구합니다.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JavaScript (ES6+)</a:t>
            </a:r>
            <a:br>
              <a:rPr dirty="0"/>
            </a:br>
            <a:r>
              <a:rPr dirty="0"/>
              <a:t>• TypeScript</a:t>
            </a:r>
            <a:br>
              <a:rPr lang="en-US" altLang="ko-KR" dirty="0"/>
            </a:br>
            <a:r>
              <a:rPr lang="en-US" altLang="ko-KR" dirty="0"/>
              <a:t>• Python</a:t>
            </a:r>
            <a:br>
              <a:rPr lang="en-US" altLang="ko-KR" dirty="0"/>
            </a:br>
            <a:r>
              <a:rPr lang="en-US" altLang="ko-KR" dirty="0"/>
              <a:t>• Java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Vue.js</a:t>
            </a:r>
            <a:br>
              <a:rPr dirty="0"/>
            </a:br>
            <a:r>
              <a:rPr dirty="0"/>
              <a:t>• React.js</a:t>
            </a:r>
            <a:br>
              <a:rPr dirty="0"/>
            </a:br>
            <a:r>
              <a:rPr dirty="0"/>
              <a:t>• HTML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vanilla </a:t>
            </a:r>
            <a:r>
              <a:rPr dirty="0"/>
              <a:t>CSS/</a:t>
            </a:r>
            <a:r>
              <a:rPr lang="en-US" dirty="0"/>
              <a:t>tailwind </a:t>
            </a:r>
            <a:r>
              <a:rPr dirty="0"/>
              <a:t>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en-US" altLang="ko-KR" dirty="0" err="1"/>
              <a:t>Mattermost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03. PROJECT: DocQ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t>PDF 기반 멀티플레이 3D 퀴즈 보드게임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 dirty="0" err="1"/>
              <a:t>기간</a:t>
            </a:r>
            <a:r>
              <a:rPr dirty="0"/>
              <a:t>: 2026.01 ~ 2026.02 (6주)</a:t>
            </a:r>
            <a:br>
              <a:rPr dirty="0"/>
            </a:br>
            <a:br>
              <a:rPr dirty="0"/>
            </a:br>
            <a:r>
              <a:rPr dirty="0" err="1"/>
              <a:t>인원</a:t>
            </a:r>
            <a:r>
              <a:rPr dirty="0"/>
              <a:t>: 6명 (</a:t>
            </a:r>
            <a:r>
              <a:rPr dirty="0" err="1"/>
              <a:t>프론트엔드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3D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,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최적화</a:t>
            </a:r>
            <a:br>
              <a:rPr dirty="0"/>
            </a:br>
            <a:br>
              <a:rPr dirty="0"/>
            </a:b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</a:t>
            </a:r>
            <a:r>
              <a:rPr dirty="0" err="1"/>
              <a:t>기존</a:t>
            </a:r>
            <a:r>
              <a:rPr dirty="0"/>
              <a:t> 2.5D의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극복한</a:t>
            </a:r>
            <a:r>
              <a:rPr dirty="0"/>
              <a:t> 3D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전환으로</a:t>
            </a:r>
            <a:r>
              <a:rPr dirty="0"/>
              <a:t> </a:t>
            </a:r>
            <a:r>
              <a:rPr dirty="0" err="1"/>
              <a:t>안정적인</a:t>
            </a:r>
            <a:r>
              <a:rPr dirty="0"/>
              <a:t> UX </a:t>
            </a:r>
            <a:r>
              <a:rPr dirty="0" err="1"/>
              <a:t>제공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04. TECHNICAL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640"/>
                </a:solidFill>
              </a:defRPr>
            </a:pPr>
            <a:r>
              <a:t>Challenge: 2.5D 혼합 렌더링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[Problem]</a:t>
            </a:r>
            <a:br>
              <a:rPr dirty="0"/>
            </a:br>
            <a:r>
              <a:rPr dirty="0" err="1"/>
              <a:t>TresCanvas</a:t>
            </a:r>
            <a:r>
              <a:rPr dirty="0"/>
              <a:t> </a:t>
            </a:r>
            <a:r>
              <a:rPr dirty="0" err="1"/>
              <a:t>내에서</a:t>
            </a:r>
            <a:r>
              <a:rPr dirty="0"/>
              <a:t> 2D </a:t>
            </a:r>
            <a:r>
              <a:rPr dirty="0" err="1"/>
              <a:t>캐릭터와</a:t>
            </a:r>
            <a:r>
              <a:rPr dirty="0"/>
              <a:t> 3D 맵 </a:t>
            </a:r>
            <a:r>
              <a:rPr dirty="0" err="1"/>
              <a:t>혼합</a:t>
            </a:r>
            <a:r>
              <a:rPr dirty="0"/>
              <a:t> 시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순서</a:t>
            </a:r>
            <a:r>
              <a:rPr dirty="0"/>
              <a:t> 및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저하</a:t>
            </a:r>
            <a:r>
              <a:rPr dirty="0"/>
              <a:t> </a:t>
            </a:r>
            <a:r>
              <a:rPr dirty="0" err="1"/>
              <a:t>발생</a:t>
            </a:r>
            <a:br>
              <a:rPr dirty="0"/>
            </a:br>
            <a:br>
              <a:rPr dirty="0"/>
            </a:br>
            <a:r>
              <a:rPr dirty="0"/>
              <a:t>[Solution]</a:t>
            </a:r>
            <a:br>
              <a:rPr dirty="0"/>
            </a:br>
            <a:r>
              <a:rPr dirty="0"/>
              <a:t>3D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과감히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.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3D 맵 </a:t>
            </a:r>
            <a:r>
              <a:rPr dirty="0" err="1"/>
              <a:t>구축으로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정합성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640"/>
                </a:solidFill>
              </a:defRPr>
            </a:pPr>
            <a:r>
              <a:t>Challenge: FBX 에셋 로딩 및 애니메이션 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[Problem]</a:t>
            </a:r>
            <a:br>
              <a:rPr dirty="0"/>
            </a:br>
            <a:r>
              <a:rPr dirty="0"/>
              <a:t>FBX </a:t>
            </a:r>
            <a:r>
              <a:rPr dirty="0" err="1"/>
              <a:t>포맷의</a:t>
            </a:r>
            <a:r>
              <a:rPr dirty="0"/>
              <a:t> </a:t>
            </a:r>
            <a:r>
              <a:rPr dirty="0" err="1"/>
              <a:t>대용량으로</a:t>
            </a:r>
            <a:r>
              <a:rPr dirty="0"/>
              <a:t> </a:t>
            </a:r>
            <a:r>
              <a:rPr dirty="0" err="1"/>
              <a:t>인한</a:t>
            </a:r>
            <a:r>
              <a:rPr dirty="0"/>
              <a:t>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로딩</a:t>
            </a:r>
            <a:r>
              <a:rPr dirty="0"/>
              <a:t> </a:t>
            </a:r>
            <a:r>
              <a:rPr dirty="0" err="1"/>
              <a:t>지연</a:t>
            </a:r>
            <a:r>
              <a:rPr dirty="0"/>
              <a:t> 및 </a:t>
            </a:r>
            <a:r>
              <a:rPr dirty="0" err="1"/>
              <a:t>Mixamo</a:t>
            </a:r>
            <a:r>
              <a:rPr dirty="0"/>
              <a:t> </a:t>
            </a:r>
            <a:r>
              <a:rPr dirty="0" err="1"/>
              <a:t>애니메이션</a:t>
            </a:r>
            <a:r>
              <a:rPr dirty="0"/>
              <a:t> </a:t>
            </a:r>
            <a:r>
              <a:rPr dirty="0" err="1"/>
              <a:t>끊김</a:t>
            </a:r>
            <a:r>
              <a:rPr dirty="0"/>
              <a:t> </a:t>
            </a:r>
            <a:r>
              <a:rPr dirty="0" err="1"/>
              <a:t>현상</a:t>
            </a:r>
            <a:br>
              <a:rPr dirty="0"/>
            </a:br>
            <a:br>
              <a:rPr dirty="0"/>
            </a:br>
            <a:r>
              <a:rPr dirty="0"/>
              <a:t>[Solution]</a:t>
            </a:r>
            <a:br>
              <a:rPr dirty="0"/>
            </a:br>
            <a:r>
              <a:rPr dirty="0" err="1"/>
              <a:t>Blender를</a:t>
            </a:r>
            <a:r>
              <a:rPr dirty="0"/>
              <a:t> </a:t>
            </a:r>
            <a:r>
              <a:rPr dirty="0" err="1"/>
              <a:t>활용해</a:t>
            </a:r>
            <a:r>
              <a:rPr dirty="0"/>
              <a:t> </a:t>
            </a:r>
            <a:r>
              <a:rPr dirty="0" err="1"/>
              <a:t>GLTF로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및 </a:t>
            </a:r>
            <a:r>
              <a:rPr dirty="0" err="1"/>
              <a:t>최적화</a:t>
            </a:r>
            <a:r>
              <a:rPr dirty="0"/>
              <a:t>. </a:t>
            </a:r>
            <a:r>
              <a:rPr dirty="0" err="1"/>
              <a:t>애니메이션</a:t>
            </a:r>
            <a:r>
              <a:rPr dirty="0"/>
              <a:t> </a:t>
            </a:r>
            <a:r>
              <a:rPr dirty="0" err="1"/>
              <a:t>타임라인</a:t>
            </a:r>
            <a:r>
              <a:rPr dirty="0"/>
              <a:t> </a:t>
            </a:r>
            <a:r>
              <a:rPr dirty="0" err="1"/>
              <a:t>재분할로</a:t>
            </a:r>
            <a:r>
              <a:rPr dirty="0"/>
              <a:t> </a:t>
            </a:r>
            <a:r>
              <a:rPr dirty="0" err="1"/>
              <a:t>자연스러운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05. SYSTEM DESIGN &amp;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F3640"/>
                </a:solidFill>
              </a:defRPr>
            </a:pPr>
            <a:r>
              <a:t>System: 상태 전이(State Transition) 기반 설계</a:t>
            </a:r>
            <a:br/>
            <a:br/>
            <a:r>
              <a:t>• 이벤트 중심에서 상태 중심으로 구조를 재정의하여 멀티플레이 환경의 단계 동기화 해결</a:t>
            </a:r>
            <a:br/>
            <a:r>
              <a:t>• 단계 간 의존성을 최소화하여 유지보수성 및 확장성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C2461"/>
                </a:solidFill>
              </a:defRPr>
            </a:pPr>
            <a:r>
              <a:t>Project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✔ 웹 환경에서의 3D 멀티플레이 보드게임 구현 가능성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✔ 프레임워크 의존도를 점검하기 위해 프로젝트 이후 React/Vanilla CSS로 구조 실험 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✔ 에셋 파이프라인 단순화를 통해 팀 협업 효율 증대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rPr lang="en-US" dirty="0"/>
              <a:t>Contact Me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ko-KR" altLang="en-US" dirty="0"/>
              <a:t>감사합니다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Email: </a:t>
            </a:r>
            <a:r>
              <a:rPr lang="en-US" dirty="0">
                <a:hlinkClick r:id="rId2"/>
              </a:rPr>
              <a:t>qhrudlim@gmail.com</a:t>
            </a:r>
            <a:endParaRPr lang="en-US" dirty="0"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 err="1"/>
              <a:t>Linkedin</a:t>
            </a:r>
            <a:r>
              <a:rPr lang="en-US" dirty="0"/>
              <a:t>: linkedin.com/in/</a:t>
            </a:r>
            <a:r>
              <a:rPr lang="en-US" dirty="0" err="1"/>
              <a:t>qhrudlim</a:t>
            </a:r>
            <a:endParaRPr lang="en-US" dirty="0"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GitHub: github.com/</a:t>
            </a:r>
            <a:r>
              <a:rPr lang="en-US" dirty="0" err="1"/>
              <a:t>qhrudlim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76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382</Words>
  <Application>Microsoft Office PowerPoint</Application>
  <PresentationFormat>화면 슬라이드 쇼(4:3)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SSAFY</dc:creator>
  <cp:keywords/>
  <dc:description>generated using python-pptx</dc:description>
  <cp:lastModifiedBy>SSAFY</cp:lastModifiedBy>
  <cp:revision>13</cp:revision>
  <dcterms:created xsi:type="dcterms:W3CDTF">2013-01-27T09:14:16Z</dcterms:created>
  <dcterms:modified xsi:type="dcterms:W3CDTF">2026-05-29T04:22:27Z</dcterms:modified>
  <cp:category/>
</cp:coreProperties>
</file>