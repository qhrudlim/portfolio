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9" r:id="rId5"/>
    <p:sldId id="260" r:id="rId6"/>
    <p:sldId id="267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4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qhrudlim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90FF"/>
                </a:solidFill>
              </a:defRPr>
            </a:pPr>
            <a:r>
              <a:t>Frontend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임보경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User Experience &amp; Scalable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01.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(사진 영역)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qhrudlim@gmail.com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github.com/qhrudlim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linkedin.com/in/qhrudlim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114800"/>
            <a:ext cx="5486400" cy="25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t>사용자 경험의 흐름을 논리적으로 설계하고,</a:t>
            </a:r>
            <a:br/>
            <a:r>
              <a:t>지속 가능한 코드 구조를 지향하는 프론트엔드 개발자 임보경입니다.</a:t>
            </a:r>
            <a:br/>
            <a:br/>
            <a:r>
              <a:t>단순한 구현을 넘어, '왜 이 기술이 필요한가'를 항상 고민합니다.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02.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JavaScript (ES6+)</a:t>
            </a:r>
            <a:br>
              <a:rPr dirty="0"/>
            </a:br>
            <a:r>
              <a:rPr dirty="0"/>
              <a:t>• TypeScript</a:t>
            </a:r>
            <a:br>
              <a:rPr lang="en-US" altLang="ko-KR" dirty="0"/>
            </a:br>
            <a:r>
              <a:rPr lang="en-US" altLang="ko-KR" dirty="0"/>
              <a:t>• Python</a:t>
            </a:r>
            <a:br>
              <a:rPr lang="en-US" altLang="ko-KR" dirty="0"/>
            </a:br>
            <a:r>
              <a:rPr lang="en-US" altLang="ko-KR" dirty="0"/>
              <a:t>• Java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77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Vue.js</a:t>
            </a:r>
            <a:br>
              <a:rPr dirty="0"/>
            </a:br>
            <a:r>
              <a:rPr dirty="0"/>
              <a:t>• React.js</a:t>
            </a:r>
            <a:br>
              <a:rPr dirty="0"/>
            </a:br>
            <a:r>
              <a:rPr dirty="0"/>
              <a:t>• HTML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vanilla </a:t>
            </a:r>
            <a:r>
              <a:rPr dirty="0"/>
              <a:t>CSS/</a:t>
            </a:r>
            <a:r>
              <a:rPr lang="en-US" dirty="0"/>
              <a:t>tailwind </a:t>
            </a:r>
            <a:r>
              <a:rPr dirty="0"/>
              <a:t>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3D &amp; 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Three.js</a:t>
            </a:r>
            <a:br/>
            <a:r>
              <a:t>• TresJS</a:t>
            </a:r>
            <a:br/>
            <a:r>
              <a:t>•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Git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Jira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Figma</a:t>
            </a:r>
            <a:br>
              <a:rPr lang="en-US" altLang="ko-KR" dirty="0"/>
            </a:br>
            <a:r>
              <a:rPr lang="en-US" altLang="ko-KR" dirty="0"/>
              <a:t>• </a:t>
            </a:r>
            <a:r>
              <a:rPr lang="en-US" altLang="ko-KR" dirty="0" err="1"/>
              <a:t>Mattermost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03. PROJECT: DocQ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</a:defRPr>
            </a:pPr>
            <a:r>
              <a:t>PDF 기반 멀티플레이 3D 퀴즈 보드게임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rPr dirty="0" err="1"/>
              <a:t>기간</a:t>
            </a:r>
            <a:r>
              <a:rPr dirty="0"/>
              <a:t>: 2026.01 ~ 2026.02 (6주)</a:t>
            </a:r>
            <a:br>
              <a:rPr dirty="0"/>
            </a:br>
            <a:br>
              <a:rPr dirty="0"/>
            </a:br>
            <a:r>
              <a:rPr dirty="0" err="1"/>
              <a:t>인원</a:t>
            </a:r>
            <a:r>
              <a:rPr dirty="0"/>
              <a:t>: 6명 (</a:t>
            </a:r>
            <a:r>
              <a:rPr dirty="0" err="1"/>
              <a:t>프론트엔드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: 3D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,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로직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, </a:t>
            </a:r>
            <a:r>
              <a:rPr dirty="0" err="1"/>
              <a:t>에셋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최적화</a:t>
            </a:r>
            <a:br>
              <a:rPr dirty="0"/>
            </a:br>
            <a:br>
              <a:rPr dirty="0"/>
            </a:b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: 2.5D </a:t>
            </a:r>
            <a:r>
              <a:rPr dirty="0" err="1"/>
              <a:t>한계</a:t>
            </a:r>
            <a:r>
              <a:rPr dirty="0"/>
              <a:t> </a:t>
            </a:r>
            <a:r>
              <a:rPr dirty="0" err="1"/>
              <a:t>극복을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3D </a:t>
            </a:r>
            <a:r>
              <a:rPr dirty="0" err="1"/>
              <a:t>전환</a:t>
            </a:r>
            <a:r>
              <a:rPr dirty="0"/>
              <a:t> 및 웹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구축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04. TECHNICAL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37160" cy="146304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Rendering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lang="en-US" dirty="0"/>
              <a:t>Problem: </a:t>
            </a:r>
            <a:r>
              <a:rPr lang="en-US" altLang="ko-KR" dirty="0" err="1"/>
              <a:t>TresCanvas</a:t>
            </a:r>
            <a:r>
              <a:rPr lang="ko-KR" altLang="en-US" dirty="0"/>
              <a:t> 내에서 </a:t>
            </a:r>
            <a:r>
              <a:rPr lang="en-US" altLang="ko-KR" dirty="0"/>
              <a:t>2D </a:t>
            </a:r>
            <a:r>
              <a:rPr lang="ko-KR" altLang="en-US" dirty="0"/>
              <a:t>캐릭터와 </a:t>
            </a:r>
            <a:r>
              <a:rPr lang="en-US" altLang="ko-KR" dirty="0"/>
              <a:t>3D </a:t>
            </a:r>
            <a:r>
              <a:rPr lang="ko-KR" altLang="en-US" dirty="0"/>
              <a:t>맵 혼합 시 렌더링 순서 및 성능 저하 발생</a:t>
            </a:r>
            <a:endParaRPr lang="en-US" altLang="ko-KR" dirty="0"/>
          </a:p>
          <a:p>
            <a:pPr algn="l">
              <a:defRPr sz="1400" b="0">
                <a:solidFill>
                  <a:srgbClr val="2F3640"/>
                </a:solidFill>
              </a:defRPr>
            </a:pPr>
            <a:endParaRPr lang="en-US" altLang="ko-KR" dirty="0"/>
          </a:p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Solution: </a:t>
            </a:r>
            <a:r>
              <a:rPr lang="en-US" altLang="ko-KR" dirty="0"/>
              <a:t>3D </a:t>
            </a:r>
            <a:r>
              <a:rPr lang="ko-KR" altLang="en-US" dirty="0"/>
              <a:t>통합 구조로 과감히 설계 변경</a:t>
            </a:r>
            <a:r>
              <a:rPr lang="en-US" altLang="ko-KR" dirty="0"/>
              <a:t>. </a:t>
            </a:r>
            <a:r>
              <a:rPr lang="ko-KR" altLang="en-US" dirty="0"/>
              <a:t>코드 기반 </a:t>
            </a:r>
            <a:r>
              <a:rPr lang="en-US" altLang="ko-KR" dirty="0"/>
              <a:t>3D </a:t>
            </a:r>
            <a:r>
              <a:rPr lang="ko-KR" altLang="en-US" dirty="0"/>
              <a:t>맵 구축으로 렌더링 정합성 확보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137160" cy="146304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Asset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lang="en-US" altLang="ko-KR" dirty="0"/>
              <a:t>Problem:</a:t>
            </a:r>
            <a:r>
              <a:rPr lang="ko-KR" altLang="en-US" dirty="0"/>
              <a:t> </a:t>
            </a:r>
            <a:r>
              <a:rPr lang="en-US" altLang="ko-KR" dirty="0"/>
              <a:t>FBX </a:t>
            </a:r>
            <a:r>
              <a:rPr lang="ko-KR" altLang="en-US" dirty="0"/>
              <a:t>포맷의 대용량으로 인한 초기 로딩 지연 및 </a:t>
            </a:r>
            <a:r>
              <a:rPr lang="en-US" altLang="ko-KR" dirty="0" err="1"/>
              <a:t>Mixamo</a:t>
            </a:r>
            <a:r>
              <a:rPr lang="ko-KR" altLang="en-US" dirty="0"/>
              <a:t> 애니메이션 끊김 현상 발생 </a:t>
            </a:r>
            <a:endParaRPr lang="en-US" altLang="ko-KR" dirty="0"/>
          </a:p>
          <a:p>
            <a:pPr algn="l">
              <a:defRPr sz="1400" b="0">
                <a:solidFill>
                  <a:srgbClr val="2F3640"/>
                </a:solidFill>
              </a:defRPr>
            </a:pPr>
            <a:endParaRPr lang="en-US" altLang="ko-KR" dirty="0"/>
          </a:p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Solution: </a:t>
            </a:r>
            <a:r>
              <a:rPr lang="en-US" altLang="ko-KR" dirty="0"/>
              <a:t>GLTF</a:t>
            </a:r>
            <a:r>
              <a:rPr lang="ko-KR" altLang="en-US" dirty="0"/>
              <a:t>로 변환 및 최적화</a:t>
            </a:r>
            <a:r>
              <a:rPr lang="en-US" altLang="ko-KR" dirty="0"/>
              <a:t>. Blender</a:t>
            </a:r>
            <a:r>
              <a:rPr lang="ko-KR" altLang="en-US" dirty="0"/>
              <a:t>에서 애니메이션 타임라인 재분할로 자연스러운 이동 구현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37160" cy="146304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System Synchronization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lang="ko-KR" altLang="en-US" dirty="0"/>
              <a:t>상태 전이</a:t>
            </a:r>
            <a:r>
              <a:rPr lang="en-US" altLang="ko-KR" dirty="0"/>
              <a:t>(State Transition) </a:t>
            </a:r>
            <a:r>
              <a:rPr lang="ko-KR" altLang="en-US" dirty="0"/>
              <a:t>기반 설계를 통해 멀티플레이 게임 흐름의 정합성 확보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90FF"/>
                </a:solidFill>
              </a:defRPr>
            </a:pPr>
            <a:r>
              <a:rPr lang="en-US" dirty="0"/>
              <a:t>Contact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lang="ko-KR" altLang="en-US" dirty="0"/>
              <a:t>감사합니다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 lang="en-US" dirty="0"/>
              <a:t>Email: </a:t>
            </a:r>
            <a:r>
              <a:rPr lang="en-US" dirty="0">
                <a:hlinkClick r:id="rId2"/>
              </a:rPr>
              <a:t>qhrudlim@gmail.com</a:t>
            </a:r>
            <a:endParaRPr lang="en-US" dirty="0"/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rPr lang="en-US" dirty="0" err="1"/>
              <a:t>Linkedin</a:t>
            </a:r>
            <a:r>
              <a:rPr lang="en-US" dirty="0"/>
              <a:t>: linkedin.com/in/</a:t>
            </a:r>
            <a:r>
              <a:rPr lang="en-US" dirty="0" err="1"/>
              <a:t>qhrudlim</a:t>
            </a:r>
            <a:endParaRPr lang="en-US" dirty="0"/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rPr lang="en-US" dirty="0"/>
              <a:t>GitHub: github.com/</a:t>
            </a:r>
            <a:r>
              <a:rPr lang="en-US" dirty="0" err="1"/>
              <a:t>qhrudlim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4760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309</Words>
  <Application>Microsoft Office PowerPoint</Application>
  <PresentationFormat>화면 슬라이드 쇼(4:3)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SSAFY</cp:lastModifiedBy>
  <cp:revision>11</cp:revision>
  <dcterms:created xsi:type="dcterms:W3CDTF">2013-01-27T09:14:16Z</dcterms:created>
  <dcterms:modified xsi:type="dcterms:W3CDTF">2026-05-29T04:22:22Z</dcterms:modified>
  <cp:category/>
</cp:coreProperties>
</file>