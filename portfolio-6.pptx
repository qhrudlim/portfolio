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C2461"/>
          </a:solidFill>
          <a:ln>
            <a:solidFill>
              <a:srgbClr val="0C2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0"/>
            <a:ext cx="1828800" cy="6350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90FF"/>
                </a:solidFill>
              </a:defRPr>
            </a:pPr>
            <a:r>
              <a:t>Frontend Developer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임보경 포트폴리오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User Experience &amp; Scalable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t>01.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01168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</a:defRPr>
            </a:pPr>
            <a:r>
              <a:t>(사진 영역)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90FF"/>
                </a:solidFill>
              </a:defRPr>
            </a:pPr>
            <a:r>
              <a:t>Email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20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qhrudlim@gmail.com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377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90FF"/>
                </a:solidFill>
              </a:defRPr>
            </a:pPr>
            <a:r>
              <a:t>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651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github.com/qhrudlim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108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90FF"/>
                </a:solidFill>
              </a:defRPr>
            </a:pPr>
            <a:r>
              <a:t>LinkedIn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linkedin.com/in/qhrudlim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4114800"/>
            <a:ext cx="5486400" cy="2540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43891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사용자 경험의 흐름을 설계하고 구조를 단순하게 유지하는 프론트엔드 개발자입니다.</a:t>
            </a:r>
          </a:p>
          <a:p/>
          <a:p>
            <a:r>
              <a:t>단순 구현보다 상태 흐름의 명확성과 유지보수 가능한 구조를 중요하게 생각합니다.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t>02.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Languages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• JavaScript (ES6+)</a:t>
            </a:r>
            <a:br/>
            <a:r>
              <a:t>• TypeScript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645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77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• Vue.js</a:t>
            </a:r>
            <a:br/>
            <a:r>
              <a:t>• React.js</a:t>
            </a:r>
            <a:br/>
            <a:r>
              <a:t>• HTML5</a:t>
            </a:r>
            <a:br/>
            <a:r>
              <a:t>• CSS3/SCSS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3D &amp; Graphics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• Three.js</a:t>
            </a:r>
            <a:br/>
            <a:r>
              <a:t>• TresJS</a:t>
            </a:r>
            <a:br/>
            <a:r>
              <a:t>• Blender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3931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Tools &amp; Collaboration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663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Git</a:t>
            </a:r>
          </a:p>
          <a:p>
            <a:r>
              <a:t>• Jira</a:t>
            </a:r>
          </a:p>
          <a:p>
            <a:r>
              <a:t>• Figma</a:t>
            </a:r>
          </a:p>
          <a:p>
            <a:r>
              <a:t>• Mattermost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t>03. PROJECT: DocQ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DocQ - PDF 기반 멀티플레이 3D 퀴즈 게임</a:t>
            </a:r>
          </a:p>
          <a:p>
            <a:r>
              <a:t>(SSAFY 공통 프로젝트)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F3640"/>
                </a:solidFill>
              </a:defRPr>
            </a:pPr>
            <a:r>
              <a:t>기간: 2026.01 ~ 2026.02 (6주)</a:t>
            </a:r>
            <a:br/>
            <a:br/>
            <a:r>
              <a:t>인원: 6명 (프론트엔드 리드)</a:t>
            </a:r>
            <a:br/>
            <a:br/>
            <a:r>
              <a:t>핵심 역할: 3D 환경 구축, 상태 기반 게임 로직 설계, 에셋 파이프라인 최적화</a:t>
            </a:r>
            <a:br/>
            <a:br/>
            <a:r>
              <a:t>주요 성과: 2.5D 한계 극복을 위한 3D 전환 및 웹 환경 최적화 파이프라인 구축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t>04. TECHNICAL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37160" cy="146304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2461"/>
                </a:solidFill>
              </a:defRPr>
            </a:pPr>
            <a:r>
              <a:t>Rendering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Solution: TresCanvas 내 혼합 렌더링 한계를 3D 통합 구조 전환 및 코드 기반 맵 구축으로 해결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108960"/>
            <a:ext cx="137160" cy="146304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2461"/>
                </a:solidFill>
              </a:defRPr>
            </a:pPr>
            <a:r>
              <a:t>Asset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Solution: FBX 로딩 지연을 GLTF 파이프라인 구축 및 Blender 애니메이션 재설계로 최적화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54880"/>
            <a:ext cx="82296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754880"/>
            <a:ext cx="137160" cy="146304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2461"/>
                </a:solidFill>
              </a:defRPr>
            </a:pPr>
            <a:r>
              <a:t>System Synchronization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Solution: 상태 전이(State Transition) 기반 설계를 통해 멀티플레이 게임 흐름의 정합성 확보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04. OTHER PROJECTS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BioTwin &amp; JI[1]PCHAK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BioTwin (SSAFY 특화 프로젝트)</a:t>
            </a:r>
          </a:p>
          <a:p>
            <a:r>
              <a:t>• 디지털 트윈 기술 기반 도메인 프로젝트</a:t>
            </a:r>
          </a:p>
          <a:p/>
          <a:p>
            <a:r>
              <a:t>JI[1]PCHAK (SSAFY 자율 프로젝트)</a:t>
            </a:r>
          </a:p>
          <a:p>
            <a:r>
              <a:t>• 메인 페이지 및 GUIDE 구현</a:t>
            </a:r>
          </a:p>
          <a:p>
            <a:r>
              <a:t>• 하드웨어 제작 참여 및 오픈소스 활동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