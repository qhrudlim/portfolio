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4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사용자 경험의 흐름을 논리적으로 설계하고,</a:t>
            </a:r>
          </a:p>
          <a:p>
            <a:r>
              <a:t>지속 가능한 코드 구조를 지향합니다.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3640"/>
                </a:solidFill>
              </a:defRPr>
            </a:pPr>
            <a:r>
              <a:t>단순한 '구현'을 넘어 '이유'있는 코드를 작성합니다.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논리적인 구조 설계를 통해 유지보수가 용이한 코드를 지향합니다.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79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UX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사용자의 동선을 고려하여 직관적이고 매끄러운 경험을 제공합니다.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새로운 기술에 대한 깊이 있는 탐구와 리팩토링을 통해 기술적 성장을 추구합니다.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JavaScript (ES6+)</a:t>
            </a:r>
            <a:br/>
            <a:r>
              <a:t>•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Vue.js</a:t>
            </a:r>
            <a:br/>
            <a:r>
              <a:t>• React.js</a:t>
            </a:r>
            <a:br/>
            <a:r>
              <a:t>• HTML5</a:t>
            </a:r>
            <a:br/>
            <a:r>
              <a:t>• CSS3/SCSS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03. PROJECT: DocQ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DocQ – PDF 기반 멀티플레이 3D 퀴즈 보드게임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기간: 2026.01.06 ~ 2026.02.13 (6주)</a:t>
            </a:r>
          </a:p>
          <a:p/>
          <a:p>
            <a:r>
              <a:t>인원: 6명 (프론트엔드 3명)</a:t>
            </a:r>
          </a:p>
          <a:p/>
          <a:p>
            <a:r>
              <a:t>역할: 프론트엔드 – 3D 게임 화면 설계 및 상태 기반 흐름 구조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04. TECHNICAL CHALLENGES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Challenge 1: 2.5D 혼합 렌더링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[Problem]</a:t>
            </a:r>
          </a:p>
          <a:p>
            <a:r>
              <a:t>TresCanvas 내 2.5D(2D 맵 + 3D 캐릭터) 구성 시 렌더링 오류 발생.</a:t>
            </a:r>
          </a:p>
          <a:p>
            <a:r>
              <a:t>3D 맵 + 2D 캐릭터 구성 시 캐릭터 비출력 등 기술적 한계 확인.</a:t>
            </a:r>
          </a:p>
          <a:p/>
          <a:p>
            <a:r>
              <a:t>[Solution]</a:t>
            </a:r>
          </a:p>
          <a:p>
            <a:r>
              <a:t>3D 통합 구조로 전환 결정. 코드 기반 3D 맵으로 MVP를 우선 제작하여 웹 환경 구현 가능성을 조기 검증함.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640"/>
                </a:solidFill>
              </a:defRPr>
            </a:pPr>
            <a:r>
              <a:t>Challenge: FBX 에셋 로딩 및 애니메이션 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[Problem]</a:t>
            </a:r>
            <a:br/>
            <a:r>
              <a:t>FBX 포맷의 대용량으로 인한 초기 로딩 지연 및 Mixamo 애니메이션 끊김 현상</a:t>
            </a:r>
            <a:br/>
            <a:br/>
            <a:r>
              <a:t>[Solution]</a:t>
            </a:r>
            <a:br/>
            <a:r>
              <a:t>Blender를 활용해 GLTF로 변환 및 최적화. 애니메이션 타임라인 재분할로 자연스러운 이동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05. TECHNICAL CHALLENGES 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Challenge 2: 에셋 파이프라인 및 애니메이션</a:t>
            </a:r>
          </a:p>
          <a:p/>
          <a:p>
            <a:r>
              <a:t>• FBX 포맷의 대용량으로 인한 초기 로딩 지연 문제 해결을 위해 GLTF/GLB로 전환.</a:t>
            </a:r>
          </a:p>
          <a:p>
            <a:r>
              <a:t>• Mixamo 애니메이션의 칸별 끊김 문제를 해결하기 위해 Blender에서 타임라인 분할 및 재구성.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Key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TresJS 기반 3D 환경 구성 및 인터랙션 구현</a:t>
            </a:r>
          </a:p>
          <a:p>
            <a:r>
              <a:t>✔ 룰렛 결과값과 캐릭터 이동 로직의 상태 동기화</a:t>
            </a:r>
          </a:p>
          <a:p>
            <a:r>
              <a:t>✔ 버튼 개입 없는 상태 전이 기반 자동 진행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TresJS 기반 3D 환경 구성 및 인터랙션 구현</a:t>
            </a:r>
          </a:p>
          <a:p>
            <a:r>
              <a:t>✔ 룰렛 결과값과 캐릭터 이동 로직의 상태 동기화</a:t>
            </a:r>
          </a:p>
          <a:p>
            <a:r>
              <a:t>✔ 버튼 개입 없는 상태 전이 기반 자동 진행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TresJS 기반 3D 환경 구성 및 인터랙션 구현</a:t>
            </a:r>
          </a:p>
          <a:p>
            <a:r>
              <a:t>✔ 룰렛 결과값과 캐릭터 이동 로직의 상태 동기화</a:t>
            </a:r>
          </a:p>
          <a:p>
            <a:r>
              <a:t>✔ 버튼 개입 없는 상태 전이 기반 자동 진행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06. SYSTEM DESIGN &amp;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System: 상태 전이(State Transition) 기반 설계</a:t>
            </a:r>
          </a:p>
          <a:p/>
          <a:p>
            <a:r>
              <a:t>• 단계 간 의존성을 최소화하여 멀티플레이 환경에서의 동기화 로직을 안정화.</a:t>
            </a:r>
          </a:p>
          <a:p>
            <a:r>
              <a:t>• 이벤트 중심에서 상태 중심 설계로 전환하여 유지보수성 향상.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웹 환경에서의 3D 기반 게임 흐름 구현 가능성 검증</a:t>
            </a:r>
          </a:p>
          <a:p>
            <a:r>
              <a:t>✔ 에셋 파이프라인 최적화를 통한 팀 협업 효율 증대</a:t>
            </a:r>
          </a:p>
          <a:p>
            <a:r>
              <a:t>✔ 프로젝트 이후 React/Vanilla CSS 전환 구조 실험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웹 환경에서의 3D 기반 게임 흐름 구현 가능성 검증</a:t>
            </a:r>
          </a:p>
          <a:p>
            <a:r>
              <a:t>✔ 에셋 파이프라인 최적화를 통한 팀 협업 효율 증대</a:t>
            </a:r>
          </a:p>
          <a:p>
            <a:r>
              <a:t>✔ 프로젝트 이후 React/Vanilla CSS 전환 구조 실험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웹 환경에서의 3D 기반 게임 흐름 구현 가능성 검증</a:t>
            </a:r>
          </a:p>
          <a:p>
            <a:r>
              <a:t>✔ 에셋 파이프라인 최적화를 통한 팀 협업 효율 증대</a:t>
            </a:r>
          </a:p>
          <a:p>
            <a:r>
              <a:t>✔ 프로젝트 이후 React/Vanilla CSS 전환 구조 실험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07. OTHER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BioTwin (SSAFY 특화 프로젝트)</a:t>
            </a:r>
          </a:p>
          <a:p>
            <a:r>
              <a:t>• 디지털 트윈 기술 기반 도메인 프로젝트 수행</a:t>
            </a:r>
          </a:p>
          <a:p/>
          <a:p>
            <a:r>
              <a:t>JI[1]PCHAK (SSAFY 자율 프로젝트)</a:t>
            </a:r>
          </a:p>
          <a:p>
            <a:r>
              <a:t>• 메인 페이지 및 GUIDE 구현, 하드웨어 제작 참여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SSAFY 알고리즘 스터디 (Data Structure, DP 집중)</a:t>
            </a:r>
          </a:p>
          <a:p>
            <a:r>
              <a:t>✔ SWEA &amp; BOJ 문제 해결 기록 다수 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SSAFY 알고리즘 스터디 (Data Structure, DP 집중)</a:t>
            </a:r>
          </a:p>
          <a:p>
            <a:r>
              <a:t>✔ SWEA &amp; BOJ 문제 해결 기록 다수 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✔ SSAFY 알고리즘 스터디 (Data Structure, DP 집중)</a:t>
            </a:r>
          </a:p>
          <a:p>
            <a:r>
              <a:t>✔ SWEA &amp; BOJ 문제 해결 기록 다수 보유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Email: qhrudlim@gmail.com</a:t>
            </a:r>
          </a:p>
          <a:p>
            <a:r>
              <a:t>LinkedIn: linkedin.com/in/qhrudlim</a:t>
            </a:r>
          </a:p>
          <a:p>
            <a:r>
              <a:t>GitHub: github.com/qhrudlim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348</Words>
  <Application>Microsoft Office PowerPoint</Application>
  <PresentationFormat>화면 슬라이드 쇼(4:3)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SSAFY</cp:lastModifiedBy>
  <cp:revision>5</cp:revision>
  <dcterms:created xsi:type="dcterms:W3CDTF">2013-01-27T09:14:16Z</dcterms:created>
  <dcterms:modified xsi:type="dcterms:W3CDTF">2026-05-28T00:57:12Z</dcterms:modified>
  <cp:category/>
</cp:coreProperties>
</file>