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11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Frontend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임보경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사용자 경험의 흐름을 설계하고</a:t>
            </a:r>
          </a:p>
          <a:p>
            <a:r>
              <a:t>구조를 단순하게 유지하는 프론트엔드 개발자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01. 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3640"/>
                </a:solidFill>
              </a:defRPr>
            </a:pPr>
            <a:r>
              <a:t>단순한 '구현'을 넘어 '이유'있는 코드를 작성합니다.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137160" cy="914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문제를 구조로 정리하는 것을 선호</a:t>
            </a:r>
          </a:p>
          <a:p>
            <a:r>
              <a:t>• 구현 이후 리팩토링과 UX 정제에 집중</a:t>
            </a:r>
          </a:p>
          <a:p>
            <a:r>
              <a:t>• 질문 전 충분한 고민과 자기 주도적 탐구 수행</a:t>
            </a:r>
          </a:p>
          <a:p>
            <a:r>
              <a:t>• 기술 전환을 통해 구조 이해도를 점검하는 습관 보유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79"/>
            <a:ext cx="137160" cy="914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UX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사용자의 동선을 고려하여 직관적이고 매끄러운 경험을 제공합니다.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20640"/>
            <a:ext cx="137160" cy="914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새로운 기술에 대한 깊이 있는 탐구와 리팩토링을 통해 기술적 성장을 추구합니다.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02.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JavaScript (ES6+)</a:t>
            </a:r>
            <a:br/>
            <a:r>
              <a:t>• TypeScript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Vue.js</a:t>
            </a:r>
            <a:br/>
            <a:r>
              <a:t>• React.js</a:t>
            </a:r>
            <a:br/>
            <a:r>
              <a:t>• HTML5</a:t>
            </a:r>
            <a:br/>
            <a:r>
              <a:t>• CSS3/SCSS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3D &amp; 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Three.js</a:t>
            </a:r>
            <a:br/>
            <a:r>
              <a:t>• TresJS</a:t>
            </a:r>
            <a:br/>
            <a:r>
              <a:t>•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3291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Git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Jira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Figma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DocQ – PDF 기반 멀티플레이 3D 퀴즈 게임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DocQ – PDF 기반 멀티플레이 3D 퀴즈 게임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기간: 2026.01.06 ~ 2026.02.13 (6주)</a:t>
            </a:r>
          </a:p>
          <a:p>
            <a:r>
              <a:t>인원: 6명 (프론트엔드 3명)</a:t>
            </a:r>
          </a:p>
          <a:p>
            <a:r>
              <a:t>역할: 프론트엔드 – 3D 게임 화면 및 상태 기반 흐름 설계</a:t>
            </a:r>
          </a:p>
          <a:p>
            <a:endParaRPr/>
          </a:p>
          <a:p>
            <a:r>
              <a:t>개요: PDF 기반 퀴즈 생성 및 3D 보드게임 형태의 멀티플레이 서비스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04. TECHNICAL CHALLENGES</a:t>
            </a:r>
            <a:r>
              <a:rPr lang="ko-KR" altLang="en-US" dirty="0"/>
              <a:t> </a:t>
            </a:r>
            <a:r>
              <a:rPr lang="en-US" altLang="ko-KR" dirty="0"/>
              <a:t>(1)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57200" y="1640507"/>
            <a:ext cx="8229600" cy="2216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9545" y="1732984"/>
            <a:ext cx="7863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[Problem]</a:t>
            </a:r>
          </a:p>
          <a:p>
            <a:r>
              <a:rPr dirty="0"/>
              <a:t>• </a:t>
            </a:r>
            <a:r>
              <a:rPr dirty="0" err="1"/>
              <a:t>TresCanvas</a:t>
            </a:r>
            <a:r>
              <a:rPr dirty="0"/>
              <a:t> 내 2.5D(2D 맵 + 3D </a:t>
            </a:r>
            <a:r>
              <a:rPr dirty="0" err="1"/>
              <a:t>캐릭터</a:t>
            </a:r>
            <a:r>
              <a:rPr dirty="0"/>
              <a:t>) </a:t>
            </a:r>
            <a:r>
              <a:rPr dirty="0" err="1"/>
              <a:t>구성</a:t>
            </a:r>
            <a:r>
              <a:rPr dirty="0"/>
              <a:t> 시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발생</a:t>
            </a:r>
            <a:endParaRPr dirty="0"/>
          </a:p>
          <a:p>
            <a:r>
              <a:rPr lang="en-US" altLang="ko-KR" dirty="0"/>
              <a:t>• 3D </a:t>
            </a:r>
            <a:r>
              <a:rPr lang="ko-KR" altLang="en-US" dirty="0"/>
              <a:t>맵 </a:t>
            </a:r>
            <a:r>
              <a:rPr lang="en-US" altLang="ko-KR" dirty="0"/>
              <a:t>+ 2D </a:t>
            </a:r>
            <a:r>
              <a:rPr lang="ko-KR" altLang="en-US" dirty="0"/>
              <a:t>캐릭터 구성 시 캐릭터 </a:t>
            </a:r>
            <a:r>
              <a:rPr lang="ko-KR" altLang="en-US" dirty="0" err="1"/>
              <a:t>비출력</a:t>
            </a:r>
            <a:r>
              <a:rPr lang="ko-KR" altLang="en-US" dirty="0"/>
              <a:t> 문제 확인</a:t>
            </a:r>
            <a:endParaRPr lang="en-US" altLang="ko-KR" dirty="0"/>
          </a:p>
          <a:p>
            <a:endParaRPr lang="ko-KR" altLang="en-US" dirty="0"/>
          </a:p>
          <a:p>
            <a:r>
              <a:rPr dirty="0"/>
              <a:t>[Solution]</a:t>
            </a:r>
          </a:p>
          <a:p>
            <a:r>
              <a:rPr dirty="0"/>
              <a:t>• 3D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구조로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결정</a:t>
            </a:r>
            <a:endParaRPr dirty="0"/>
          </a:p>
          <a:p>
            <a:r>
              <a:rPr dirty="0"/>
              <a:t>•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3D </a:t>
            </a:r>
            <a:r>
              <a:rPr dirty="0" err="1"/>
              <a:t>맵으로</a:t>
            </a:r>
            <a:r>
              <a:rPr dirty="0"/>
              <a:t> MVP </a:t>
            </a:r>
            <a:r>
              <a:rPr dirty="0" err="1"/>
              <a:t>제작하여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가능성</a:t>
            </a:r>
            <a:r>
              <a:rPr dirty="0"/>
              <a:t> </a:t>
            </a:r>
            <a:r>
              <a:rPr dirty="0" err="1"/>
              <a:t>조기</a:t>
            </a:r>
            <a:r>
              <a:rPr dirty="0"/>
              <a:t> </a:t>
            </a:r>
            <a:r>
              <a:rPr dirty="0" err="1"/>
              <a:t>검증</a:t>
            </a:r>
            <a:endParaRPr lang="en-US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TECHNICAL CHALLENGES (2)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Challenge 2: </a:t>
            </a:r>
            <a:r>
              <a:rPr dirty="0" err="1"/>
              <a:t>에셋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최적화</a:t>
            </a:r>
            <a:endParaRPr dirty="0"/>
          </a:p>
          <a:p>
            <a:endParaRPr dirty="0"/>
          </a:p>
          <a:p>
            <a:r>
              <a:rPr dirty="0"/>
              <a:t>• FBX </a:t>
            </a:r>
            <a:r>
              <a:rPr dirty="0" err="1"/>
              <a:t>포맷의</a:t>
            </a:r>
            <a:r>
              <a:rPr dirty="0"/>
              <a:t> </a:t>
            </a:r>
            <a:r>
              <a:rPr dirty="0" err="1"/>
              <a:t>대용량으로</a:t>
            </a:r>
            <a:r>
              <a:rPr dirty="0"/>
              <a:t> </a:t>
            </a:r>
            <a:r>
              <a:rPr dirty="0" err="1"/>
              <a:t>인한</a:t>
            </a:r>
            <a:r>
              <a:rPr dirty="0"/>
              <a:t>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로딩</a:t>
            </a:r>
            <a:r>
              <a:rPr dirty="0"/>
              <a:t> </a:t>
            </a:r>
            <a:r>
              <a:rPr dirty="0" err="1"/>
              <a:t>지연</a:t>
            </a:r>
            <a:r>
              <a:rPr dirty="0"/>
              <a:t> -&gt; GLTF/GLB </a:t>
            </a:r>
            <a:r>
              <a:rPr dirty="0" err="1"/>
              <a:t>전환</a:t>
            </a:r>
            <a:endParaRPr dirty="0"/>
          </a:p>
          <a:p>
            <a:r>
              <a:rPr dirty="0"/>
              <a:t>• </a:t>
            </a:r>
            <a:r>
              <a:rPr dirty="0" err="1"/>
              <a:t>Mixamo</a:t>
            </a:r>
            <a:r>
              <a:rPr dirty="0"/>
              <a:t> </a:t>
            </a:r>
            <a:r>
              <a:rPr dirty="0" err="1"/>
              <a:t>애니메이션의</a:t>
            </a:r>
            <a:r>
              <a:rPr dirty="0"/>
              <a:t> </a:t>
            </a:r>
            <a:r>
              <a:rPr dirty="0" err="1"/>
              <a:t>칸별</a:t>
            </a:r>
            <a:r>
              <a:rPr dirty="0"/>
              <a:t> </a:t>
            </a:r>
            <a:r>
              <a:rPr dirty="0" err="1"/>
              <a:t>끊김</a:t>
            </a:r>
            <a:r>
              <a:rPr dirty="0"/>
              <a:t> </a:t>
            </a:r>
            <a:r>
              <a:rPr dirty="0" err="1"/>
              <a:t>현상</a:t>
            </a:r>
            <a:r>
              <a:rPr dirty="0"/>
              <a:t> -&gt; </a:t>
            </a:r>
            <a:r>
              <a:rPr dirty="0" err="1"/>
              <a:t>Blender에서</a:t>
            </a:r>
            <a:r>
              <a:rPr dirty="0"/>
              <a:t> </a:t>
            </a:r>
            <a:r>
              <a:rPr dirty="0" err="1"/>
              <a:t>타임라인</a:t>
            </a:r>
            <a:r>
              <a:rPr dirty="0"/>
              <a:t> </a:t>
            </a:r>
            <a:r>
              <a:rPr dirty="0" err="1"/>
              <a:t>재구성</a:t>
            </a:r>
            <a:endParaRPr dirty="0"/>
          </a:p>
          <a:p>
            <a:r>
              <a:rPr dirty="0"/>
              <a:t>• FBX → GLTF </a:t>
            </a:r>
            <a:r>
              <a:rPr dirty="0" err="1"/>
              <a:t>변환</a:t>
            </a:r>
            <a:r>
              <a:rPr dirty="0"/>
              <a:t> 시 </a:t>
            </a:r>
            <a:r>
              <a:rPr dirty="0" err="1"/>
              <a:t>메시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해결</a:t>
            </a:r>
            <a:r>
              <a:rPr dirty="0"/>
              <a:t> (export </a:t>
            </a:r>
            <a:r>
              <a:rPr dirty="0" err="1"/>
              <a:t>옵션</a:t>
            </a:r>
            <a:r>
              <a:rPr dirty="0"/>
              <a:t> </a:t>
            </a:r>
            <a:r>
              <a:rPr dirty="0" err="1"/>
              <a:t>조정</a:t>
            </a:r>
            <a:r>
              <a:rPr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Key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✔ </a:t>
            </a:r>
            <a:r>
              <a:rPr dirty="0" err="1"/>
              <a:t>TresJS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3D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및 </a:t>
            </a:r>
            <a:r>
              <a:rPr dirty="0" err="1"/>
              <a:t>인터랙션</a:t>
            </a:r>
            <a:r>
              <a:rPr dirty="0"/>
              <a:t> </a:t>
            </a:r>
            <a:r>
              <a:rPr dirty="0" err="1"/>
              <a:t>구현</a:t>
            </a:r>
            <a:endParaRPr dirty="0"/>
          </a:p>
          <a:p>
            <a:r>
              <a:rPr dirty="0"/>
              <a:t>✔ </a:t>
            </a:r>
            <a:r>
              <a:rPr dirty="0" err="1"/>
              <a:t>캐릭터</a:t>
            </a:r>
            <a:r>
              <a:rPr dirty="0"/>
              <a:t> </a:t>
            </a:r>
            <a:r>
              <a:rPr dirty="0" err="1"/>
              <a:t>애니메이션</a:t>
            </a:r>
            <a:r>
              <a:rPr dirty="0"/>
              <a:t> </a:t>
            </a:r>
            <a:r>
              <a:rPr dirty="0" err="1"/>
              <a:t>타임라인</a:t>
            </a:r>
            <a:r>
              <a:rPr dirty="0"/>
              <a:t> </a:t>
            </a:r>
            <a:r>
              <a:rPr dirty="0" err="1"/>
              <a:t>최적화</a:t>
            </a:r>
            <a:endParaRPr dirty="0"/>
          </a:p>
          <a:p>
            <a:r>
              <a:rPr dirty="0"/>
              <a:t>✔ 웹 </a:t>
            </a:r>
            <a:r>
              <a:rPr dirty="0" err="1"/>
              <a:t>환경에</a:t>
            </a:r>
            <a:r>
              <a:rPr dirty="0"/>
              <a:t> </a:t>
            </a:r>
            <a:r>
              <a:rPr dirty="0" err="1"/>
              <a:t>최적화된</a:t>
            </a:r>
            <a:r>
              <a:rPr dirty="0"/>
              <a:t> </a:t>
            </a:r>
            <a:r>
              <a:rPr dirty="0" err="1"/>
              <a:t>에셋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구축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SYSTEM DESIGN &amp;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전이</a:t>
            </a:r>
            <a:r>
              <a:rPr dirty="0"/>
              <a:t>(State Transition)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설계</a:t>
            </a:r>
            <a:endParaRPr dirty="0"/>
          </a:p>
          <a:p>
            <a:endParaRPr dirty="0"/>
          </a:p>
          <a:p>
            <a:r>
              <a:rPr dirty="0"/>
              <a:t>• </a:t>
            </a:r>
            <a:r>
              <a:rPr dirty="0" err="1"/>
              <a:t>문제</a:t>
            </a:r>
            <a:r>
              <a:rPr dirty="0"/>
              <a:t> -&gt; </a:t>
            </a:r>
            <a:r>
              <a:rPr dirty="0" err="1"/>
              <a:t>정답</a:t>
            </a:r>
            <a:r>
              <a:rPr dirty="0"/>
              <a:t> -&gt; </a:t>
            </a:r>
            <a:r>
              <a:rPr dirty="0" err="1"/>
              <a:t>룰렛</a:t>
            </a:r>
            <a:r>
              <a:rPr dirty="0"/>
              <a:t> -&gt; </a:t>
            </a:r>
            <a:r>
              <a:rPr dirty="0" err="1"/>
              <a:t>이동</a:t>
            </a:r>
            <a:r>
              <a:rPr dirty="0"/>
              <a:t> -&gt; </a:t>
            </a:r>
            <a:r>
              <a:rPr dirty="0" err="1"/>
              <a:t>미니게임의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  <a:p>
            <a:r>
              <a:rPr dirty="0"/>
              <a:t>• </a:t>
            </a:r>
            <a:r>
              <a:rPr dirty="0" err="1"/>
              <a:t>이벤트</a:t>
            </a:r>
            <a:r>
              <a:rPr dirty="0"/>
              <a:t> </a:t>
            </a:r>
            <a:r>
              <a:rPr dirty="0" err="1"/>
              <a:t>중심에서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설계로</a:t>
            </a:r>
            <a:r>
              <a:rPr dirty="0"/>
              <a:t> </a:t>
            </a:r>
            <a:r>
              <a:rPr dirty="0" err="1"/>
              <a:t>전환하여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간 </a:t>
            </a:r>
            <a:r>
              <a:rPr dirty="0" err="1"/>
              <a:t>의존성</a:t>
            </a:r>
            <a:r>
              <a:rPr dirty="0"/>
              <a:t> </a:t>
            </a:r>
            <a:r>
              <a:rPr dirty="0" err="1"/>
              <a:t>최소화</a:t>
            </a:r>
            <a:endParaRPr dirty="0"/>
          </a:p>
          <a:p>
            <a:r>
              <a:rPr dirty="0"/>
              <a:t>• </a:t>
            </a:r>
            <a:r>
              <a:rPr dirty="0" err="1"/>
              <a:t>멀티플레이</a:t>
            </a:r>
            <a:r>
              <a:rPr dirty="0"/>
              <a:t> </a:t>
            </a:r>
            <a:r>
              <a:rPr dirty="0" err="1"/>
              <a:t>환경에서의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동기화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 </a:t>
            </a:r>
            <a:r>
              <a:rPr dirty="0" err="1"/>
              <a:t>확보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상태 전이 기반 자동 진행 로직</a:t>
            </a:r>
          </a:p>
          <a:p>
            <a:r>
              <a:t>✔ 룰렛 결과값과 캐릭터 이동 로직의 동기화</a:t>
            </a:r>
          </a:p>
          <a:p>
            <a:r>
              <a:t>✔ 컴포넌트 책임 분리 및 코드 리팩토링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 &amp; 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성과 및 배운 점</a:t>
            </a:r>
          </a:p>
          <a:p>
            <a:endParaRPr/>
          </a:p>
          <a:p>
            <a:r>
              <a:t>• 웹 환경에서 3D 기반 멀티플레이 게임 구현 가능성 검증</a:t>
            </a:r>
          </a:p>
          <a:p>
            <a:r>
              <a:t>• 실험 기반 의사결정(2.5D -&gt; 3D)의 중요성 체감</a:t>
            </a:r>
          </a:p>
          <a:p>
            <a:r>
              <a:t>• 프로젝트 이후 React/Vanilla CSS 전환 구조 실험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3D 에셋 포맷 선택 및 변환 과정의 중요성 확인</a:t>
            </a:r>
          </a:p>
          <a:p>
            <a:r>
              <a:t>✔ 초기 구조 설계가 프로젝트 전체에 미치는 영향 학습</a:t>
            </a:r>
          </a:p>
          <a:p>
            <a:r>
              <a:t>✔ 사용자 경험(UX) 디테일 개선의 가치 발견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CONTACT &amp; 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Others: BioTwin (디지털 트윈), JIPCHAK (자율 프로젝트)</a:t>
            </a:r>
          </a:p>
          <a:p>
            <a:endParaRPr/>
          </a:p>
          <a:p>
            <a:r>
              <a:t>Email: qhrudlim@gmail.com</a:t>
            </a:r>
          </a:p>
          <a:p>
            <a:r>
              <a:t>LinkedIn: linkedin.com/in/qhrudlim</a:t>
            </a:r>
          </a:p>
          <a:p>
            <a:r>
              <a:t>GitHub: github.com/qhrudlim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500</Words>
  <Application>Microsoft Office PowerPoint</Application>
  <PresentationFormat>화면 슬라이드 쇼(4:3)</PresentationFormat>
  <Paragraphs>76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SSAFY</cp:lastModifiedBy>
  <cp:revision>16</cp:revision>
  <dcterms:created xsi:type="dcterms:W3CDTF">2013-01-27T09:14:16Z</dcterms:created>
  <dcterms:modified xsi:type="dcterms:W3CDTF">2026-05-29T04:22:18Z</dcterms:modified>
  <cp:category/>
</cp:coreProperties>
</file>