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9" r:id="rId6"/>
    <p:sldId id="260" r:id="rId7"/>
    <p:sldId id="261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43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90FF"/>
                </a:solidFill>
              </a:defRPr>
            </a:pPr>
            <a:r>
              <a:t>Frontend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임보경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User Experience &amp; Scalable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01.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99814" y="2087223"/>
            <a:ext cx="1675091" cy="205297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</a:defRPr>
            </a:pPr>
            <a:r>
              <a:t>(사진 영역)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600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343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qhrudlim@gmail.com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915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659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github.com/qhrudlim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231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974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linkedin.com/in/qhrudlim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114800"/>
            <a:ext cx="5486400" cy="25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2CF725F9-55D4-40F5-9193-ACCD338D7BF5}"/>
              </a:ext>
            </a:extLst>
          </p:cNvPr>
          <p:cNvSpPr/>
          <p:nvPr/>
        </p:nvSpPr>
        <p:spPr>
          <a:xfrm>
            <a:off x="731520" y="4486392"/>
            <a:ext cx="137160" cy="641538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79A28E-4FE0-4AD9-9F4B-2A8A55958A93}"/>
              </a:ext>
            </a:extLst>
          </p:cNvPr>
          <p:cNvSpPr txBox="1"/>
          <p:nvPr/>
        </p:nvSpPr>
        <p:spPr>
          <a:xfrm>
            <a:off x="1005840" y="44863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A78F08-7DAC-48D5-BDF8-57485B17D73C}"/>
              </a:ext>
            </a:extLst>
          </p:cNvPr>
          <p:cNvSpPr txBox="1"/>
          <p:nvPr/>
        </p:nvSpPr>
        <p:spPr>
          <a:xfrm>
            <a:off x="1005840" y="485215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논리적인 구조 설계를 통해 유지보수가 용이한 코드를 지향합니다.</a:t>
            </a: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EB5CBBA8-82FB-43AF-AA25-43E7EB302C76}"/>
              </a:ext>
            </a:extLst>
          </p:cNvPr>
          <p:cNvSpPr/>
          <p:nvPr/>
        </p:nvSpPr>
        <p:spPr>
          <a:xfrm>
            <a:off x="731520" y="5251296"/>
            <a:ext cx="137160" cy="641538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DC3AAF-7281-4103-904B-32B57548369D}"/>
              </a:ext>
            </a:extLst>
          </p:cNvPr>
          <p:cNvSpPr txBox="1"/>
          <p:nvPr/>
        </p:nvSpPr>
        <p:spPr>
          <a:xfrm>
            <a:off x="1005840" y="52512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UX Flow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0EC990-2025-41D0-8B58-5313592C653D}"/>
              </a:ext>
            </a:extLst>
          </p:cNvPr>
          <p:cNvSpPr txBox="1"/>
          <p:nvPr/>
        </p:nvSpPr>
        <p:spPr>
          <a:xfrm>
            <a:off x="1005840" y="561705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사용자의 동선을 고려하여 직관적이고 매끄러운 경험을 제공합니다.</a:t>
            </a: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7EDDC5C7-0A7F-4EA1-9BF5-539F4273C160}"/>
              </a:ext>
            </a:extLst>
          </p:cNvPr>
          <p:cNvSpPr/>
          <p:nvPr/>
        </p:nvSpPr>
        <p:spPr>
          <a:xfrm>
            <a:off x="731520" y="5994430"/>
            <a:ext cx="137160" cy="641538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9414B0-CF59-444F-8BF4-F44F3A8F42B4}"/>
              </a:ext>
            </a:extLst>
          </p:cNvPr>
          <p:cNvSpPr txBox="1"/>
          <p:nvPr/>
        </p:nvSpPr>
        <p:spPr>
          <a:xfrm>
            <a:off x="1005840" y="599443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Growth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2F2C4C-A11E-45C7-A87D-ADBBD46D417E}"/>
              </a:ext>
            </a:extLst>
          </p:cNvPr>
          <p:cNvSpPr txBox="1"/>
          <p:nvPr/>
        </p:nvSpPr>
        <p:spPr>
          <a:xfrm>
            <a:off x="1005840" y="636019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새로운 기술에 대한 깊이 있는 탐구와 리팩토링을 통해 기술적 성장을 추구합니다.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C55B0E-D723-4695-A59A-E3AA146B1E1D}"/>
              </a:ext>
            </a:extLst>
          </p:cNvPr>
          <p:cNvSpPr txBox="1"/>
          <p:nvPr/>
        </p:nvSpPr>
        <p:spPr>
          <a:xfrm>
            <a:off x="731520" y="1371600"/>
            <a:ext cx="7680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3640"/>
                </a:solidFill>
              </a:defRPr>
            </a:pPr>
            <a:r>
              <a:rPr lang="ko-KR" altLang="en-US" dirty="0"/>
              <a:t>슬로건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dirty="0"/>
              <a:t>02.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JavaScript (ES6+)</a:t>
            </a:r>
            <a:br>
              <a:rPr dirty="0"/>
            </a:br>
            <a:r>
              <a:rPr dirty="0"/>
              <a:t>• TypeScript</a:t>
            </a:r>
            <a:br>
              <a:rPr lang="en-US" altLang="ko-KR" dirty="0"/>
            </a:br>
            <a:r>
              <a:rPr lang="en-US" altLang="ko-KR" dirty="0"/>
              <a:t>• Python</a:t>
            </a:r>
            <a:br>
              <a:rPr lang="en-US" altLang="ko-KR" dirty="0"/>
            </a:br>
            <a:r>
              <a:rPr lang="en-US" altLang="ko-KR" dirty="0"/>
              <a:t>• Java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8463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Vue.js</a:t>
            </a:r>
            <a:br>
              <a:rPr dirty="0"/>
            </a:br>
            <a:r>
              <a:rPr dirty="0"/>
              <a:t>• React.js</a:t>
            </a:r>
            <a:br>
              <a:rPr dirty="0"/>
            </a:br>
            <a:r>
              <a:rPr dirty="0"/>
              <a:t>• HTML</a:t>
            </a:r>
            <a:r>
              <a:rPr lang="en-US" altLang="ko-KR" dirty="0"/>
              <a:t>5</a:t>
            </a:r>
            <a:br>
              <a:rPr lang="ko-KR" altLang="en-US" dirty="0"/>
            </a:br>
            <a:r>
              <a:rPr lang="en-US" altLang="ko-KR" dirty="0"/>
              <a:t>•</a:t>
            </a:r>
            <a:r>
              <a:rPr lang="ko-KR" altLang="en-US" dirty="0"/>
              <a:t> </a:t>
            </a:r>
            <a:r>
              <a:rPr lang="en-US" dirty="0"/>
              <a:t>CSS</a:t>
            </a:r>
            <a:r>
              <a:rPr lang="en-US" altLang="ko-KR" dirty="0"/>
              <a:t>3</a:t>
            </a:r>
            <a:r>
              <a:rPr dirty="0"/>
              <a:t>/</a:t>
            </a:r>
            <a:r>
              <a:rPr lang="en-US" dirty="0"/>
              <a:t>S</a:t>
            </a:r>
            <a:r>
              <a:rPr dirty="0"/>
              <a:t>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3D &amp; 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Three.js</a:t>
            </a:r>
            <a:br/>
            <a:r>
              <a:t>• TresJS</a:t>
            </a:r>
            <a:br/>
            <a:r>
              <a:t>• Blender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Git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Jira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Figma</a:t>
            </a:r>
            <a:br>
              <a:rPr lang="en-US" altLang="ko-KR" dirty="0"/>
            </a:br>
            <a:r>
              <a:rPr lang="en-US" altLang="ko-KR" dirty="0"/>
              <a:t>• </a:t>
            </a:r>
            <a:r>
              <a:rPr lang="en-US" altLang="ko-KR" dirty="0" err="1"/>
              <a:t>Mattermost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dirty="0"/>
              <a:t>03. PROJECT: </a:t>
            </a:r>
            <a:r>
              <a:rPr dirty="0" err="1"/>
              <a:t>DocQ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0940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</a:defRPr>
            </a:pPr>
            <a:r>
              <a:rPr dirty="0"/>
              <a:t>PDF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멀티플레이</a:t>
            </a:r>
            <a:r>
              <a:rPr dirty="0"/>
              <a:t> 3D </a:t>
            </a:r>
            <a:r>
              <a:rPr dirty="0" err="1"/>
              <a:t>퀴즈</a:t>
            </a:r>
            <a:r>
              <a:rPr dirty="0"/>
              <a:t> </a:t>
            </a:r>
            <a:r>
              <a:rPr dirty="0" err="1"/>
              <a:t>보드게임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2262998"/>
            <a:ext cx="76809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rPr dirty="0" err="1"/>
              <a:t>기간</a:t>
            </a:r>
            <a:r>
              <a:rPr dirty="0"/>
              <a:t>: 2026.01 ~ 2026.02 (6주)</a:t>
            </a:r>
            <a:br>
              <a:rPr dirty="0"/>
            </a:br>
            <a:r>
              <a:rPr dirty="0" err="1"/>
              <a:t>인원</a:t>
            </a:r>
            <a:r>
              <a:rPr dirty="0"/>
              <a:t>: 6명 (</a:t>
            </a:r>
            <a:r>
              <a:rPr dirty="0" err="1"/>
              <a:t>프론트엔드</a:t>
            </a:r>
            <a:r>
              <a:rPr dirty="0"/>
              <a:t>)</a:t>
            </a:r>
            <a:br>
              <a:rPr dirty="0"/>
            </a:b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: 3D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,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로직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, </a:t>
            </a:r>
            <a:r>
              <a:rPr dirty="0" err="1"/>
              <a:t>에셋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최적화</a:t>
            </a:r>
            <a:br>
              <a:rPr lang="ko-KR" altLang="en-US" dirty="0"/>
            </a:b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: 2.5D </a:t>
            </a:r>
            <a:r>
              <a:rPr dirty="0" err="1"/>
              <a:t>한계</a:t>
            </a:r>
            <a:r>
              <a:rPr dirty="0"/>
              <a:t> </a:t>
            </a:r>
            <a:r>
              <a:rPr dirty="0" err="1"/>
              <a:t>극복을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3D </a:t>
            </a:r>
            <a:r>
              <a:rPr dirty="0" err="1"/>
              <a:t>전환</a:t>
            </a:r>
            <a:r>
              <a:rPr dirty="0"/>
              <a:t> 및 웹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최적화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구축</a:t>
            </a:r>
            <a:r>
              <a:rPr lang="en-US" dirty="0"/>
              <a:t>, </a:t>
            </a:r>
            <a:r>
              <a:rPr lang="ko-KR" altLang="en-US" dirty="0"/>
              <a:t>반 우승</a:t>
            </a:r>
            <a:endParaRPr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4EE11D6-4FB0-4680-B7EB-50F762473886}"/>
              </a:ext>
            </a:extLst>
          </p:cNvPr>
          <p:cNvSpPr/>
          <p:nvPr/>
        </p:nvSpPr>
        <p:spPr>
          <a:xfrm>
            <a:off x="720862" y="4104129"/>
            <a:ext cx="7727521" cy="9009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2F66D-4944-49DA-8059-5326872D97D9}"/>
              </a:ext>
            </a:extLst>
          </p:cNvPr>
          <p:cNvSpPr txBox="1"/>
          <p:nvPr/>
        </p:nvSpPr>
        <p:spPr>
          <a:xfrm>
            <a:off x="903742" y="4195570"/>
            <a:ext cx="7863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[Problem]</a:t>
            </a:r>
            <a:br>
              <a:rPr dirty="0"/>
            </a:br>
            <a:r>
              <a:rPr lang="en-US" altLang="ko-KR" dirty="0"/>
              <a:t>• </a:t>
            </a:r>
            <a:r>
              <a:rPr dirty="0" err="1"/>
              <a:t>TresCanvas</a:t>
            </a:r>
            <a:r>
              <a:rPr dirty="0"/>
              <a:t> </a:t>
            </a:r>
            <a:r>
              <a:rPr dirty="0" err="1"/>
              <a:t>내에서</a:t>
            </a:r>
            <a:r>
              <a:rPr dirty="0"/>
              <a:t> 2D </a:t>
            </a:r>
            <a:r>
              <a:rPr dirty="0" err="1"/>
              <a:t>캐릭터와</a:t>
            </a:r>
            <a:r>
              <a:rPr dirty="0"/>
              <a:t> 3D 맵 </a:t>
            </a:r>
            <a:r>
              <a:rPr dirty="0" err="1"/>
              <a:t>혼합</a:t>
            </a:r>
            <a:r>
              <a:rPr dirty="0"/>
              <a:t> 시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순서</a:t>
            </a:r>
            <a:r>
              <a:rPr dirty="0"/>
              <a:t> 및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저하</a:t>
            </a:r>
            <a:r>
              <a:rPr dirty="0"/>
              <a:t> </a:t>
            </a:r>
            <a:r>
              <a:rPr dirty="0" err="1"/>
              <a:t>발생</a:t>
            </a:r>
            <a:endParaRPr lang="en-US" dirty="0"/>
          </a:p>
          <a:p>
            <a:pPr algn="l">
              <a:defRPr sz="1400" b="0">
                <a:solidFill>
                  <a:srgbClr val="2F3640"/>
                </a:solidFill>
              </a:defRPr>
            </a:pPr>
            <a:r>
              <a:rPr lang="en-US" altLang="ko-KR" dirty="0"/>
              <a:t>• FBX </a:t>
            </a:r>
            <a:r>
              <a:rPr lang="ko-KR" altLang="en-US" dirty="0"/>
              <a:t>포맷의 대용량으로 인한 초기 로딩 지연 및 </a:t>
            </a:r>
            <a:r>
              <a:rPr lang="en-US" altLang="ko-KR" dirty="0" err="1"/>
              <a:t>Mixamo</a:t>
            </a:r>
            <a:r>
              <a:rPr lang="ko-KR" altLang="en-US" dirty="0"/>
              <a:t> 애니메이션 끊김 현상</a:t>
            </a:r>
            <a:endParaRPr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8331718-887F-4E13-8503-42FB6B489854}"/>
              </a:ext>
            </a:extLst>
          </p:cNvPr>
          <p:cNvSpPr/>
          <p:nvPr/>
        </p:nvSpPr>
        <p:spPr>
          <a:xfrm>
            <a:off x="720862" y="4104130"/>
            <a:ext cx="137160" cy="900902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6F88C7-D391-4A57-9052-388023ADFD23}"/>
              </a:ext>
            </a:extLst>
          </p:cNvPr>
          <p:cNvSpPr txBox="1"/>
          <p:nvPr/>
        </p:nvSpPr>
        <p:spPr>
          <a:xfrm>
            <a:off x="731520" y="3593236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dirty="0"/>
              <a:t>TECHNICAL CHALLENGES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F3891539-8F56-460A-A327-B0C04185183C}"/>
              </a:ext>
            </a:extLst>
          </p:cNvPr>
          <p:cNvSpPr/>
          <p:nvPr/>
        </p:nvSpPr>
        <p:spPr>
          <a:xfrm>
            <a:off x="720862" y="5227219"/>
            <a:ext cx="7727521" cy="9009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1207A0-B864-4E83-AA3A-C04984574632}"/>
              </a:ext>
            </a:extLst>
          </p:cNvPr>
          <p:cNvSpPr txBox="1"/>
          <p:nvPr/>
        </p:nvSpPr>
        <p:spPr>
          <a:xfrm>
            <a:off x="903742" y="5318660"/>
            <a:ext cx="7863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[Solution]</a:t>
            </a:r>
            <a:br>
              <a:rPr dirty="0"/>
            </a:br>
            <a:r>
              <a:rPr lang="en-US" altLang="ko-KR" dirty="0"/>
              <a:t>• </a:t>
            </a:r>
            <a:r>
              <a:rPr dirty="0"/>
              <a:t>3D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구조로</a:t>
            </a:r>
            <a:r>
              <a:rPr dirty="0"/>
              <a:t> </a:t>
            </a:r>
            <a:r>
              <a:rPr dirty="0" err="1"/>
              <a:t>과감히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.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3D 맵 </a:t>
            </a:r>
            <a:r>
              <a:rPr dirty="0" err="1"/>
              <a:t>구축으로</a:t>
            </a:r>
            <a:r>
              <a:rPr dirty="0"/>
              <a:t>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정합성</a:t>
            </a:r>
            <a:r>
              <a:rPr dirty="0"/>
              <a:t> </a:t>
            </a:r>
            <a:r>
              <a:rPr dirty="0" err="1"/>
              <a:t>확보</a:t>
            </a:r>
            <a:endParaRPr lang="en-US" dirty="0"/>
          </a:p>
          <a:p>
            <a:pPr algn="l">
              <a:defRPr sz="1400" b="0">
                <a:solidFill>
                  <a:srgbClr val="2F3640"/>
                </a:solidFill>
              </a:defRPr>
            </a:pPr>
            <a:r>
              <a:rPr lang="en-US" altLang="ko-KR" dirty="0"/>
              <a:t>• Blender</a:t>
            </a:r>
            <a:r>
              <a:rPr lang="ko-KR" altLang="en-US" dirty="0"/>
              <a:t>를 활용해 </a:t>
            </a:r>
            <a:r>
              <a:rPr lang="en-US" altLang="ko-KR" dirty="0"/>
              <a:t>GLTF</a:t>
            </a:r>
            <a:r>
              <a:rPr lang="ko-KR" altLang="en-US" dirty="0"/>
              <a:t>로 변환 및 최적화</a:t>
            </a:r>
            <a:r>
              <a:rPr lang="en-US" altLang="ko-KR" dirty="0"/>
              <a:t>. </a:t>
            </a:r>
            <a:r>
              <a:rPr lang="ko-KR" altLang="en-US" dirty="0"/>
              <a:t>애니메이션 타임라인 재분할로 자연스러운 이동 구현</a:t>
            </a:r>
            <a:endParaRPr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EAA038E-FC83-4F1B-ADAF-BD1007EC65FC}"/>
              </a:ext>
            </a:extLst>
          </p:cNvPr>
          <p:cNvSpPr/>
          <p:nvPr/>
        </p:nvSpPr>
        <p:spPr>
          <a:xfrm>
            <a:off x="720862" y="5227220"/>
            <a:ext cx="137160" cy="900902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lang="en-US" altLang="ko-KR" dirty="0"/>
              <a:t>03. PROJECT: </a:t>
            </a:r>
            <a:r>
              <a:rPr lang="en-US" altLang="ko-KR" dirty="0" err="1"/>
              <a:t>DocQ</a:t>
            </a:r>
            <a:endParaRPr lang="en-US" altLang="ko-KR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C2461"/>
                </a:solidFill>
              </a:defRPr>
            </a:pPr>
            <a:r>
              <a:t>Project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t>✔ 웹 환경에서의 3D 멀티플레이 보드게임 구현 가능성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rPr dirty="0"/>
              <a:t>✔ </a:t>
            </a:r>
            <a:r>
              <a:rPr dirty="0" err="1"/>
              <a:t>프레임워크</a:t>
            </a:r>
            <a:r>
              <a:rPr dirty="0"/>
              <a:t> </a:t>
            </a:r>
            <a:r>
              <a:rPr dirty="0" err="1"/>
              <a:t>의존도를</a:t>
            </a:r>
            <a:r>
              <a:rPr dirty="0"/>
              <a:t> </a:t>
            </a:r>
            <a:r>
              <a:rPr dirty="0" err="1"/>
              <a:t>점검하기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이후</a:t>
            </a:r>
            <a:r>
              <a:rPr dirty="0"/>
              <a:t> React/Vanilla </a:t>
            </a:r>
            <a:r>
              <a:rPr dirty="0" err="1"/>
              <a:t>CSS로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진행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t>✔ 에셋 파이프라인 단순화를 통해 팀 협업 효율 증대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. PROJECT: </a:t>
            </a:r>
            <a:r>
              <a:rPr lang="en-US" dirty="0" err="1"/>
              <a:t>BioTwin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98768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. PROJECT: </a:t>
            </a:r>
            <a:r>
              <a:rPr lang="en-US" dirty="0"/>
              <a:t>JIPCHAK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6012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lang="ko-KR" altLang="en-US" dirty="0"/>
              <a:t>감사합니다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4760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320</Words>
  <Application>Microsoft Office PowerPoint</Application>
  <PresentationFormat>화면 슬라이드 쇼(4:3)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SSAFY</dc:creator>
  <cp:keywords/>
  <dc:description>generated using python-pptx</dc:description>
  <cp:lastModifiedBy>SSAFY</cp:lastModifiedBy>
  <cp:revision>67</cp:revision>
  <dcterms:created xsi:type="dcterms:W3CDTF">2013-01-27T09:14:16Z</dcterms:created>
  <dcterms:modified xsi:type="dcterms:W3CDTF">2026-05-29T03:48:00Z</dcterms:modified>
  <cp:category/>
</cp:coreProperties>
</file>