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7" r:id="rId6"/>
    <p:sldId id="268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698" y="47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90FF"/>
                </a:solidFill>
              </a:defRPr>
            </a:pPr>
            <a:r>
              <a:t>Frontend Developer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임보경 포트폴리오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User Experience &amp; Scalable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t>01.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960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Email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2343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qhrudlim@gmail.com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69159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9659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github.com/qhrudlim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42311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LinkedIn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974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linkedin.com/in/qhrudlim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4114800"/>
            <a:ext cx="5486400" cy="254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2CF725F9-55D4-40F5-9193-ACCD338D7BF5}"/>
              </a:ext>
            </a:extLst>
          </p:cNvPr>
          <p:cNvSpPr/>
          <p:nvPr/>
        </p:nvSpPr>
        <p:spPr>
          <a:xfrm>
            <a:off x="731520" y="4486392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79A28E-4FE0-4AD9-9F4B-2A8A55958A93}"/>
              </a:ext>
            </a:extLst>
          </p:cNvPr>
          <p:cNvSpPr txBox="1"/>
          <p:nvPr/>
        </p:nvSpPr>
        <p:spPr>
          <a:xfrm>
            <a:off x="1005840" y="44863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Structure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A78F08-7DAC-48D5-BDF8-57485B17D73C}"/>
              </a:ext>
            </a:extLst>
          </p:cNvPr>
          <p:cNvSpPr txBox="1"/>
          <p:nvPr/>
        </p:nvSpPr>
        <p:spPr>
          <a:xfrm>
            <a:off x="1005840" y="4852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논리적인 구조 설계를 통해 유지보수가 용이한 코드를 지향합니다.</a:t>
            </a: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EB5CBBA8-82FB-43AF-AA25-43E7EB302C76}"/>
              </a:ext>
            </a:extLst>
          </p:cNvPr>
          <p:cNvSpPr/>
          <p:nvPr/>
        </p:nvSpPr>
        <p:spPr>
          <a:xfrm>
            <a:off x="731520" y="5251296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DC3AAF-7281-4103-904B-32B57548369D}"/>
              </a:ext>
            </a:extLst>
          </p:cNvPr>
          <p:cNvSpPr txBox="1"/>
          <p:nvPr/>
        </p:nvSpPr>
        <p:spPr>
          <a:xfrm>
            <a:off x="1005840" y="5251296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UX Flow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0EC990-2025-41D0-8B58-5313592C653D}"/>
              </a:ext>
            </a:extLst>
          </p:cNvPr>
          <p:cNvSpPr txBox="1"/>
          <p:nvPr/>
        </p:nvSpPr>
        <p:spPr>
          <a:xfrm>
            <a:off x="1005840" y="56170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사용자의 동선을 고려하여 직관적이고 매끄러운 경험을 제공합니다.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7EDDC5C7-0A7F-4EA1-9BF5-539F4273C160}"/>
              </a:ext>
            </a:extLst>
          </p:cNvPr>
          <p:cNvSpPr/>
          <p:nvPr/>
        </p:nvSpPr>
        <p:spPr>
          <a:xfrm>
            <a:off x="731520" y="5994430"/>
            <a:ext cx="137160" cy="641538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9414B0-CF59-444F-8BF4-F44F3A8F42B4}"/>
              </a:ext>
            </a:extLst>
          </p:cNvPr>
          <p:cNvSpPr txBox="1"/>
          <p:nvPr/>
        </p:nvSpPr>
        <p:spPr>
          <a:xfrm>
            <a:off x="1005840" y="599443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C2461"/>
                </a:solidFill>
              </a:defRPr>
            </a:pPr>
            <a:r>
              <a:t>Growth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2F2C4C-A11E-45C7-A87D-ADBBD46D417E}"/>
              </a:ext>
            </a:extLst>
          </p:cNvPr>
          <p:cNvSpPr txBox="1"/>
          <p:nvPr/>
        </p:nvSpPr>
        <p:spPr>
          <a:xfrm>
            <a:off x="1005840" y="636019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새로운 기술에 대한 깊이 있는 탐구와 리팩토링을 통해 기술적 성장을 추구합니다.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C55B0E-D723-4695-A59A-E3AA146B1E1D}"/>
              </a:ext>
            </a:extLst>
          </p:cNvPr>
          <p:cNvSpPr txBox="1"/>
          <p:nvPr/>
        </p:nvSpPr>
        <p:spPr>
          <a:xfrm>
            <a:off x="731520" y="1371600"/>
            <a:ext cx="768096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F3640"/>
                </a:solidFill>
              </a:defRPr>
            </a:pPr>
            <a:r>
              <a:rPr lang="ko-KR" altLang="en-US" dirty="0"/>
              <a:t>슬로건</a:t>
            </a:r>
            <a:endParaRPr dirty="0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A665DC01-D2B2-4DFF-B238-F2AE2A630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484" y="2032423"/>
            <a:ext cx="155575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02.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JavaScript (ES6+)</a:t>
            </a:r>
            <a:br>
              <a:rPr dirty="0"/>
            </a:br>
            <a:r>
              <a:rPr dirty="0"/>
              <a:t>• TypeScript</a:t>
            </a:r>
            <a:br>
              <a:rPr lang="en-US" altLang="ko-KR" dirty="0"/>
            </a:br>
            <a:r>
              <a:rPr lang="en-US" altLang="ko-KR" dirty="0"/>
              <a:t>• Python</a:t>
            </a:r>
            <a:br>
              <a:rPr lang="en-US" altLang="ko-KR" dirty="0"/>
            </a:br>
            <a:r>
              <a:rPr lang="en-US" altLang="ko-KR" dirty="0"/>
              <a:t>• Java</a:t>
            </a:r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4846320" y="1645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0" y="1828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77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Vue.js</a:t>
            </a:r>
            <a:br>
              <a:rPr dirty="0"/>
            </a:br>
            <a:r>
              <a:rPr dirty="0"/>
              <a:t>• React.js</a:t>
            </a:r>
            <a:br>
              <a:rPr dirty="0"/>
            </a:br>
            <a:r>
              <a:rPr dirty="0"/>
              <a:t>• HTML</a:t>
            </a:r>
            <a:r>
              <a:rPr lang="en-US" altLang="ko-KR" dirty="0"/>
              <a:t>5</a:t>
            </a:r>
            <a:br>
              <a:rPr lang="ko-KR" altLang="en-US" dirty="0"/>
            </a:br>
            <a:r>
              <a:rPr lang="en-US" altLang="ko-KR" dirty="0"/>
              <a:t>•</a:t>
            </a:r>
            <a:r>
              <a:rPr lang="ko-KR" altLang="en-US" dirty="0"/>
              <a:t> </a:t>
            </a:r>
            <a:r>
              <a:rPr lang="en-US" dirty="0"/>
              <a:t>CSS</a:t>
            </a:r>
            <a:r>
              <a:rPr lang="en-US" altLang="ko-KR" dirty="0"/>
              <a:t>3</a:t>
            </a:r>
            <a:r>
              <a:rPr dirty="0"/>
              <a:t>/</a:t>
            </a:r>
            <a:r>
              <a:rPr lang="en-US" dirty="0"/>
              <a:t>S</a:t>
            </a:r>
            <a:r>
              <a:rPr dirty="0"/>
              <a:t>CSS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3D &amp; Graphics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6344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t>• Three.js</a:t>
            </a:r>
            <a:br/>
            <a:r>
              <a:t>• TresJS</a:t>
            </a:r>
            <a:br/>
            <a:r>
              <a:t>• Blender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3931920"/>
            <a:ext cx="3657600" cy="18288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0" y="41148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90FF"/>
                </a:solidFill>
              </a:defRPr>
            </a:pPr>
            <a:r>
              <a:t>Tools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4663440"/>
            <a:ext cx="329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• Git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Jira</a:t>
            </a:r>
            <a:br>
              <a:rPr dirty="0"/>
            </a:br>
            <a:r>
              <a:rPr dirty="0"/>
              <a:t>• </a:t>
            </a:r>
            <a:r>
              <a:rPr lang="en-US" dirty="0"/>
              <a:t>Figma</a:t>
            </a:r>
            <a:br>
              <a:rPr lang="en-US" altLang="ko-KR" dirty="0"/>
            </a:br>
            <a:r>
              <a:rPr lang="en-US" altLang="ko-KR" dirty="0"/>
              <a:t>• </a:t>
            </a:r>
            <a:r>
              <a:rPr lang="en-US" altLang="ko-KR" dirty="0" err="1"/>
              <a:t>Mattermost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1F2F6"/>
          </a:solidFill>
          <a:ln>
            <a:solidFill>
              <a:srgbClr val="F1F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03. PROJECT: </a:t>
            </a:r>
            <a:r>
              <a:rPr dirty="0" err="1"/>
              <a:t>DocQ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720862" y="1371600"/>
            <a:ext cx="7727521" cy="209409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7863" y="1645920"/>
            <a:ext cx="726246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E90FF"/>
                </a:solidFill>
              </a:defRPr>
            </a:pPr>
            <a:r>
              <a:rPr dirty="0"/>
              <a:t>PDF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멀티플레이</a:t>
            </a:r>
            <a:r>
              <a:rPr dirty="0"/>
              <a:t> 3D </a:t>
            </a:r>
            <a:r>
              <a:rPr dirty="0" err="1"/>
              <a:t>퀴즈</a:t>
            </a:r>
            <a:r>
              <a:rPr dirty="0"/>
              <a:t> </a:t>
            </a:r>
            <a:r>
              <a:rPr dirty="0" err="1"/>
              <a:t>보드게임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27863" y="2262999"/>
            <a:ext cx="72624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F3640"/>
                </a:solidFill>
              </a:defRPr>
            </a:pPr>
            <a:r>
              <a:rPr dirty="0" err="1"/>
              <a:t>기간</a:t>
            </a:r>
            <a:r>
              <a:rPr dirty="0"/>
              <a:t>: 2026.01 ~ 2026.02 (6주)</a:t>
            </a:r>
            <a:br>
              <a:rPr dirty="0"/>
            </a:br>
            <a:r>
              <a:rPr dirty="0" err="1"/>
              <a:t>인원</a:t>
            </a:r>
            <a:r>
              <a:rPr dirty="0"/>
              <a:t>: 6명 (</a:t>
            </a:r>
            <a:r>
              <a:rPr dirty="0" err="1"/>
              <a:t>프론트엔드</a:t>
            </a:r>
            <a:r>
              <a:rPr dirty="0"/>
              <a:t>)</a:t>
            </a:r>
            <a:br>
              <a:rPr dirty="0"/>
            </a:br>
            <a:r>
              <a:rPr dirty="0" err="1"/>
              <a:t>핵심</a:t>
            </a:r>
            <a:r>
              <a:rPr dirty="0"/>
              <a:t> </a:t>
            </a:r>
            <a:r>
              <a:rPr dirty="0" err="1"/>
              <a:t>역할</a:t>
            </a:r>
            <a:r>
              <a:rPr dirty="0"/>
              <a:t>: 3D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구축</a:t>
            </a:r>
            <a:r>
              <a:rPr dirty="0"/>
              <a:t>, </a:t>
            </a:r>
            <a:r>
              <a:rPr dirty="0" err="1"/>
              <a:t>상태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</a:t>
            </a:r>
            <a:r>
              <a:rPr dirty="0" err="1"/>
              <a:t>게임</a:t>
            </a:r>
            <a:r>
              <a:rPr dirty="0"/>
              <a:t> </a:t>
            </a:r>
            <a:r>
              <a:rPr dirty="0" err="1"/>
              <a:t>로직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, </a:t>
            </a:r>
            <a:r>
              <a:rPr dirty="0" err="1"/>
              <a:t>에셋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최적화</a:t>
            </a:r>
            <a:br>
              <a:rPr lang="ko-KR" altLang="en-US" dirty="0"/>
            </a:br>
            <a:r>
              <a:rPr dirty="0" err="1"/>
              <a:t>주요</a:t>
            </a:r>
            <a:r>
              <a:rPr dirty="0"/>
              <a:t> </a:t>
            </a:r>
            <a:r>
              <a:rPr dirty="0" err="1"/>
              <a:t>성과</a:t>
            </a:r>
            <a:r>
              <a:rPr dirty="0"/>
              <a:t>: 2.5D </a:t>
            </a:r>
            <a:r>
              <a:rPr dirty="0" err="1"/>
              <a:t>한계</a:t>
            </a:r>
            <a:r>
              <a:rPr dirty="0"/>
              <a:t> </a:t>
            </a:r>
            <a:r>
              <a:rPr dirty="0" err="1"/>
              <a:t>극복을</a:t>
            </a:r>
            <a:r>
              <a:rPr dirty="0"/>
              <a:t> </a:t>
            </a:r>
            <a:r>
              <a:rPr dirty="0" err="1"/>
              <a:t>위한</a:t>
            </a:r>
            <a:r>
              <a:rPr dirty="0"/>
              <a:t> 3D </a:t>
            </a:r>
            <a:r>
              <a:rPr dirty="0" err="1"/>
              <a:t>전환</a:t>
            </a:r>
            <a:r>
              <a:rPr dirty="0"/>
              <a:t> 및 웹 </a:t>
            </a:r>
            <a:r>
              <a:rPr dirty="0" err="1"/>
              <a:t>환경</a:t>
            </a:r>
            <a:r>
              <a:rPr dirty="0"/>
              <a:t> </a:t>
            </a:r>
            <a:r>
              <a:rPr dirty="0" err="1"/>
              <a:t>최적화</a:t>
            </a:r>
            <a:r>
              <a:rPr dirty="0"/>
              <a:t> </a:t>
            </a:r>
            <a:r>
              <a:rPr dirty="0" err="1"/>
              <a:t>파이프라인</a:t>
            </a:r>
            <a:r>
              <a:rPr dirty="0"/>
              <a:t> </a:t>
            </a:r>
            <a:r>
              <a:rPr dirty="0" err="1"/>
              <a:t>구축</a:t>
            </a:r>
            <a:r>
              <a:rPr lang="en-US" dirty="0"/>
              <a:t>, </a:t>
            </a:r>
            <a:r>
              <a:rPr lang="ko-KR" altLang="en-US" dirty="0"/>
              <a:t>반 우승</a:t>
            </a:r>
            <a:endParaRPr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4EE11D6-4FB0-4680-B7EB-50F762473886}"/>
              </a:ext>
            </a:extLst>
          </p:cNvPr>
          <p:cNvSpPr/>
          <p:nvPr/>
        </p:nvSpPr>
        <p:spPr>
          <a:xfrm>
            <a:off x="720862" y="4283643"/>
            <a:ext cx="7727521" cy="9009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2F66D-4944-49DA-8059-5326872D97D9}"/>
              </a:ext>
            </a:extLst>
          </p:cNvPr>
          <p:cNvSpPr txBox="1"/>
          <p:nvPr/>
        </p:nvSpPr>
        <p:spPr>
          <a:xfrm>
            <a:off x="903742" y="4375084"/>
            <a:ext cx="7863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[Problem]</a:t>
            </a:r>
            <a:br>
              <a:rPr dirty="0"/>
            </a:br>
            <a:r>
              <a:rPr lang="en-US" altLang="ko-KR" dirty="0"/>
              <a:t>• </a:t>
            </a:r>
            <a:r>
              <a:rPr dirty="0" err="1"/>
              <a:t>TresCanvas</a:t>
            </a:r>
            <a:r>
              <a:rPr dirty="0"/>
              <a:t> </a:t>
            </a:r>
            <a:r>
              <a:rPr dirty="0" err="1"/>
              <a:t>내에서</a:t>
            </a:r>
            <a:r>
              <a:rPr dirty="0"/>
              <a:t> 2D </a:t>
            </a:r>
            <a:r>
              <a:rPr dirty="0" err="1"/>
              <a:t>캐릭터와</a:t>
            </a:r>
            <a:r>
              <a:rPr dirty="0"/>
              <a:t> 3D 맵 </a:t>
            </a:r>
            <a:r>
              <a:rPr dirty="0" err="1"/>
              <a:t>혼합</a:t>
            </a:r>
            <a:r>
              <a:rPr dirty="0"/>
              <a:t> 시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순서</a:t>
            </a:r>
            <a:r>
              <a:rPr dirty="0"/>
              <a:t> 및 </a:t>
            </a:r>
            <a:r>
              <a:rPr dirty="0" err="1"/>
              <a:t>성능</a:t>
            </a:r>
            <a:r>
              <a:rPr dirty="0"/>
              <a:t> </a:t>
            </a:r>
            <a:r>
              <a:rPr dirty="0" err="1"/>
              <a:t>저하</a:t>
            </a:r>
            <a:r>
              <a:rPr dirty="0"/>
              <a:t> </a:t>
            </a:r>
            <a:r>
              <a:rPr dirty="0" err="1"/>
              <a:t>발생</a:t>
            </a:r>
            <a:endParaRPr lang="en-US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altLang="ko-KR" dirty="0"/>
              <a:t>• FBX </a:t>
            </a:r>
            <a:r>
              <a:rPr lang="ko-KR" altLang="en-US" dirty="0"/>
              <a:t>포맷의 대용량으로 인한 초기 로딩 지연 및 </a:t>
            </a:r>
            <a:r>
              <a:rPr lang="en-US" altLang="ko-KR" dirty="0" err="1"/>
              <a:t>Mixamo</a:t>
            </a:r>
            <a:r>
              <a:rPr lang="ko-KR" altLang="en-US" dirty="0"/>
              <a:t> 애니메이션 끊김 현상</a:t>
            </a:r>
            <a:endParaRPr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48331718-887F-4E13-8503-42FB6B489854}"/>
              </a:ext>
            </a:extLst>
          </p:cNvPr>
          <p:cNvSpPr/>
          <p:nvPr/>
        </p:nvSpPr>
        <p:spPr>
          <a:xfrm>
            <a:off x="720862" y="4283644"/>
            <a:ext cx="137160" cy="900902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6F88C7-D391-4A57-9052-388023ADFD23}"/>
              </a:ext>
            </a:extLst>
          </p:cNvPr>
          <p:cNvSpPr txBox="1"/>
          <p:nvPr/>
        </p:nvSpPr>
        <p:spPr>
          <a:xfrm>
            <a:off x="731520" y="3772750"/>
            <a:ext cx="8229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C2461"/>
                </a:solidFill>
              </a:defRPr>
            </a:pPr>
            <a:r>
              <a:rPr dirty="0"/>
              <a:t>TECHNICAL CHALLENGES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F3891539-8F56-460A-A327-B0C04185183C}"/>
              </a:ext>
            </a:extLst>
          </p:cNvPr>
          <p:cNvSpPr/>
          <p:nvPr/>
        </p:nvSpPr>
        <p:spPr>
          <a:xfrm>
            <a:off x="720862" y="5406733"/>
            <a:ext cx="7727521" cy="90090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1207A0-B864-4E83-AA3A-C04984574632}"/>
              </a:ext>
            </a:extLst>
          </p:cNvPr>
          <p:cNvSpPr txBox="1"/>
          <p:nvPr/>
        </p:nvSpPr>
        <p:spPr>
          <a:xfrm>
            <a:off x="903742" y="5498174"/>
            <a:ext cx="786384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F3640"/>
                </a:solidFill>
              </a:defRPr>
            </a:pPr>
            <a:r>
              <a:rPr dirty="0"/>
              <a:t>[Solution]</a:t>
            </a:r>
            <a:br>
              <a:rPr dirty="0"/>
            </a:br>
            <a:r>
              <a:rPr lang="en-US" altLang="ko-KR" dirty="0"/>
              <a:t>• </a:t>
            </a:r>
            <a:r>
              <a:rPr dirty="0"/>
              <a:t>3D </a:t>
            </a:r>
            <a:r>
              <a:rPr dirty="0" err="1"/>
              <a:t>통합</a:t>
            </a:r>
            <a:r>
              <a:rPr dirty="0"/>
              <a:t> </a:t>
            </a:r>
            <a:r>
              <a:rPr dirty="0" err="1"/>
              <a:t>구조로</a:t>
            </a:r>
            <a:r>
              <a:rPr dirty="0"/>
              <a:t> </a:t>
            </a:r>
            <a:r>
              <a:rPr dirty="0" err="1"/>
              <a:t>과감히</a:t>
            </a:r>
            <a:r>
              <a:rPr dirty="0"/>
              <a:t> </a:t>
            </a:r>
            <a:r>
              <a:rPr dirty="0" err="1"/>
              <a:t>설계</a:t>
            </a:r>
            <a:r>
              <a:rPr dirty="0"/>
              <a:t> </a:t>
            </a:r>
            <a:r>
              <a:rPr dirty="0" err="1"/>
              <a:t>변경</a:t>
            </a:r>
            <a:r>
              <a:rPr dirty="0"/>
              <a:t>. </a:t>
            </a:r>
            <a:r>
              <a:rPr dirty="0" err="1"/>
              <a:t>코드</a:t>
            </a:r>
            <a:r>
              <a:rPr dirty="0"/>
              <a:t> </a:t>
            </a:r>
            <a:r>
              <a:rPr dirty="0" err="1"/>
              <a:t>기반</a:t>
            </a:r>
            <a:r>
              <a:rPr dirty="0"/>
              <a:t> 3D 맵 </a:t>
            </a:r>
            <a:r>
              <a:rPr dirty="0" err="1"/>
              <a:t>구축으로</a:t>
            </a:r>
            <a:r>
              <a:rPr dirty="0"/>
              <a:t> </a:t>
            </a:r>
            <a:r>
              <a:rPr dirty="0" err="1"/>
              <a:t>렌더링</a:t>
            </a:r>
            <a:r>
              <a:rPr dirty="0"/>
              <a:t> </a:t>
            </a:r>
            <a:r>
              <a:rPr dirty="0" err="1"/>
              <a:t>정합성</a:t>
            </a:r>
            <a:r>
              <a:rPr dirty="0"/>
              <a:t> </a:t>
            </a:r>
            <a:r>
              <a:rPr dirty="0" err="1"/>
              <a:t>확보</a:t>
            </a:r>
            <a:endParaRPr lang="en-US" dirty="0"/>
          </a:p>
          <a:p>
            <a:pPr algn="l">
              <a:defRPr sz="1400" b="0">
                <a:solidFill>
                  <a:srgbClr val="2F3640"/>
                </a:solidFill>
              </a:defRPr>
            </a:pPr>
            <a:r>
              <a:rPr lang="en-US" altLang="ko-KR" dirty="0"/>
              <a:t>• Blender</a:t>
            </a:r>
            <a:r>
              <a:rPr lang="ko-KR" altLang="en-US" dirty="0"/>
              <a:t>를 활용해 </a:t>
            </a:r>
            <a:r>
              <a:rPr lang="en-US" altLang="ko-KR" dirty="0"/>
              <a:t>GLTF</a:t>
            </a:r>
            <a:r>
              <a:rPr lang="ko-KR" altLang="en-US" dirty="0"/>
              <a:t>로 변환 및 최적화</a:t>
            </a:r>
            <a:r>
              <a:rPr lang="en-US" altLang="ko-KR" dirty="0"/>
              <a:t>. </a:t>
            </a:r>
            <a:r>
              <a:rPr lang="ko-KR" altLang="en-US" dirty="0"/>
              <a:t>애니메이션 타임라인 재분할로 자연스러운 이동 구현</a:t>
            </a:r>
            <a:endParaRPr dirty="0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8EAA038E-FC83-4F1B-ADAF-BD1007EC65FC}"/>
              </a:ext>
            </a:extLst>
          </p:cNvPr>
          <p:cNvSpPr/>
          <p:nvPr/>
        </p:nvSpPr>
        <p:spPr>
          <a:xfrm>
            <a:off x="720862" y="5406734"/>
            <a:ext cx="137160" cy="900902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C2461"/>
          </a:solidFill>
          <a:ln>
            <a:solidFill>
              <a:srgbClr val="0C24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1828800" cy="63500"/>
          </a:xfrm>
          <a:prstGeom prst="rect">
            <a:avLst/>
          </a:prstGeom>
          <a:solidFill>
            <a:srgbClr val="1E90FF"/>
          </a:solidFill>
          <a:ln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rPr lang="ko-KR" altLang="en-US" dirty="0"/>
              <a:t>감사합니다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34760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622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</TotalTime>
  <Words>264</Words>
  <Application>Microsoft Office PowerPoint</Application>
  <PresentationFormat>화면 슬라이드 쇼(4:3)</PresentationFormat>
  <Paragraphs>35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SSAFY</dc:creator>
  <cp:keywords/>
  <dc:description>generated using python-pptx</dc:description>
  <cp:lastModifiedBy>SSAFY</cp:lastModifiedBy>
  <cp:revision>71</cp:revision>
  <dcterms:created xsi:type="dcterms:W3CDTF">2013-01-27T09:14:16Z</dcterms:created>
  <dcterms:modified xsi:type="dcterms:W3CDTF">2026-05-29T04:22:07Z</dcterms:modified>
  <cp:category/>
</cp:coreProperties>
</file>